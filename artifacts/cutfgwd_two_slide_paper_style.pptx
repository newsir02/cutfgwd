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6"/>
  </p:notesMasterIdLst>
  <p:sldIdLst>
    <p:sldId id="256" r:id="rId3"/>
    <p:sldId id="257" r:id="rId4"/>
    <p:sldId id="258" r:id="rId5"/>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2" d="100"/>
          <a:sy n="102" d="100"/>
        </p:scale>
        <p:origin x="160"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3.xml"/><Relationship Id="rId1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1.</a:t>
            </a:r>
            <a:r>
              <a:rPr lang="zh-CN" altLang="zh-CN" dirty="0"/>
              <a:t>学生有没有把概率质量放在教师认为排名靠前的候选上</a:t>
            </a:r>
            <a:br>
              <a:rPr lang="en-US" altLang="zh-CN" dirty="0"/>
            </a:br>
            <a:r>
              <a:rPr lang="en-US" altLang="zh-CN" dirty="0"/>
              <a:t>2.</a:t>
            </a:r>
            <a:r>
              <a:rPr lang="zh-CN" altLang="zh-CN" dirty="0"/>
              <a:t>如果学生把大量沙子放到了教师排名很低的位置，就需要把这些沙子搬回前面。搬得越远、搬得越</a:t>
            </a:r>
            <a:r>
              <a:rPr lang="zh-CN" altLang="en-US" dirty="0"/>
              <a:t>多；</a:t>
            </a:r>
            <a:r>
              <a:rPr lang="zh-CN" altLang="zh-CN" dirty="0"/>
              <a:t>因此，它不仅看“概率是否不同”，还间接考虑概率质量在排名轴上偏离了多远。</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3.</a:t>
            </a:r>
            <a:r>
              <a:rPr lang="zh-CN" altLang="zh-CN" sz="1200" b="1" kern="1200" dirty="0">
                <a:effectLst/>
              </a:rPr>
              <a:t> Gromov-Wasserstein（GW）距离是一种用于比较不同度量空间上概率分布结构相似性的广义最优传输度量。</a:t>
            </a:r>
          </a:p>
          <a:p>
            <a:r>
              <a:rPr lang="en-US" dirty="0"/>
              <a:t>4.</a:t>
            </a:r>
            <a:r>
              <a:rPr lang="zh-CN" altLang="zh-CN" dirty="0"/>
              <a:t> CUT-FGW 的完整含义是：</a:t>
            </a:r>
          </a:p>
          <a:p>
            <a:r>
              <a:rPr lang="zh-CN" altLang="zh-CN" dirty="0"/>
              <a:t>Causal Unbalanced Temporal Fused Gromov-Wasserstein</a:t>
            </a:r>
          </a:p>
          <a:p>
            <a:r>
              <a:rPr lang="zh-CN" altLang="zh-CN" dirty="0"/>
              <a:t>可以拆成五个词：</a:t>
            </a:r>
          </a:p>
          <a:p>
            <a:r>
              <a:rPr lang="zh-CN" altLang="zh-CN" dirty="0"/>
              <a:t>Causal：因果，只使用查询发生之前的历史；</a:t>
            </a:r>
          </a:p>
          <a:p>
            <a:r>
              <a:rPr lang="zh-CN" altLang="zh-CN" dirty="0"/>
              <a:t>Unbalanced：非平衡，允许教师历史数量和学生槽数量不同；</a:t>
            </a:r>
          </a:p>
          <a:p>
            <a:r>
              <a:rPr lang="zh-CN" altLang="zh-CN" dirty="0"/>
              <a:t>Temporal：考虑历史时间和动态变化；</a:t>
            </a:r>
          </a:p>
          <a:p>
            <a:r>
              <a:rPr lang="zh-CN" altLang="zh-CN" dirty="0"/>
              <a:t>Fused：同时结合时间属性和关系结构；</a:t>
            </a:r>
          </a:p>
          <a:p>
            <a:r>
              <a:rPr lang="zh-CN" altLang="zh-CN" dirty="0"/>
              <a:t>Gromov-Wasserstein：不直接比较两个向量，而是比较它们内部的关系结构。</a:t>
            </a:r>
          </a:p>
          <a:p>
            <a:r>
              <a:rPr lang="en-US" dirty="0"/>
              <a:t>5.</a:t>
            </a:r>
            <a:r>
              <a:rPr lang="zh-CN" altLang="zh-CN" dirty="0"/>
              <a:t>如果把教师历史 \(i\) 匹配到学生槽 \(j\)，那么教师中 \(i\) 与其他历史的关系，是否和学生中 \(j\) 与其他槽的关系相似？</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4A9D4-DBE0-07AA-2CB5-CF461C49BD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98078B-6ED8-E513-55D2-CFA2889AA6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177ACF-E588-523F-0E01-D68BB0073B38}"/>
              </a:ext>
            </a:extLst>
          </p:cNvPr>
          <p:cNvSpPr>
            <a:spLocks noGrp="1"/>
          </p:cNvSpPr>
          <p:nvPr>
            <p:ph type="body" idx="1"/>
          </p:nvPr>
        </p:nvSpPr>
        <p:spPr/>
        <p:txBody>
          <a:bodyPr/>
          <a:lstStyle/>
          <a:p>
            <a:r>
              <a:rPr lang="en-US" altLang="zh-CN" dirty="0"/>
              <a:t>1.</a:t>
            </a:r>
            <a:r>
              <a:rPr lang="zh-CN" altLang="zh-CN" dirty="0"/>
              <a:t>学生有没有把概率质量放在教师认为排名靠前的候选上</a:t>
            </a:r>
            <a:br>
              <a:rPr lang="en-US" altLang="zh-CN" dirty="0"/>
            </a:br>
            <a:r>
              <a:rPr lang="en-US" altLang="zh-CN" dirty="0"/>
              <a:t>2.</a:t>
            </a:r>
            <a:r>
              <a:rPr lang="zh-CN" altLang="zh-CN" dirty="0"/>
              <a:t>如果学生把大量沙子放到了教师排名很低的位置，就需要把这些沙子搬回前面。搬得越远、搬得越</a:t>
            </a:r>
            <a:r>
              <a:rPr lang="zh-CN" altLang="en-US" dirty="0"/>
              <a:t>多；</a:t>
            </a:r>
            <a:r>
              <a:rPr lang="zh-CN" altLang="zh-CN" dirty="0"/>
              <a:t>因此，它不仅看“概率是否不同”，还间接考虑概率质量在排名轴上偏离了多远。</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3.</a:t>
            </a:r>
            <a:r>
              <a:rPr lang="zh-CN" altLang="zh-CN" sz="1200" b="1" kern="1200" dirty="0">
                <a:effectLst/>
              </a:rPr>
              <a:t> Gromov-Wasserstein（GW）距离是一种用于比较不同度量空间上概率分布结构相似性的广义最优传输度量。</a:t>
            </a:r>
          </a:p>
          <a:p>
            <a:r>
              <a:rPr lang="en-US" dirty="0"/>
              <a:t>4.</a:t>
            </a:r>
            <a:r>
              <a:rPr lang="zh-CN" altLang="zh-CN" dirty="0"/>
              <a:t> CUT-FGW 的完整含义是：</a:t>
            </a:r>
          </a:p>
          <a:p>
            <a:r>
              <a:rPr lang="zh-CN" altLang="zh-CN" dirty="0"/>
              <a:t>Causal Unbalanced Temporal Fused Gromov-Wasserstein</a:t>
            </a:r>
          </a:p>
          <a:p>
            <a:r>
              <a:rPr lang="zh-CN" altLang="zh-CN" dirty="0"/>
              <a:t>可以拆成五个词：</a:t>
            </a:r>
          </a:p>
          <a:p>
            <a:r>
              <a:rPr lang="zh-CN" altLang="zh-CN" dirty="0"/>
              <a:t>Causal：因果，只使用查询发生之前的历史；</a:t>
            </a:r>
          </a:p>
          <a:p>
            <a:r>
              <a:rPr lang="zh-CN" altLang="zh-CN" dirty="0"/>
              <a:t>Unbalanced：非平衡，允许教师历史数量和学生槽数量不同；</a:t>
            </a:r>
          </a:p>
          <a:p>
            <a:r>
              <a:rPr lang="zh-CN" altLang="zh-CN" dirty="0"/>
              <a:t>Temporal：考虑历史时间和动态变化；</a:t>
            </a:r>
          </a:p>
          <a:p>
            <a:r>
              <a:rPr lang="zh-CN" altLang="zh-CN" dirty="0"/>
              <a:t>Fused：同时结合时间属性和关系结构；</a:t>
            </a:r>
          </a:p>
          <a:p>
            <a:r>
              <a:rPr lang="zh-CN" altLang="zh-CN" dirty="0"/>
              <a:t>Gromov-Wasserstein：不直接比较两个向量，而是比较它们内部的关系结构。</a:t>
            </a:r>
          </a:p>
          <a:p>
            <a:r>
              <a:rPr lang="en-US" dirty="0"/>
              <a:t>6.</a:t>
            </a:r>
            <a:r>
              <a:rPr lang="zh-CN" altLang="zh-CN" dirty="0"/>
              <a:t>教师很久以前的历史，被匹配到学生表示“最近”的槽；教师最近的历史，被匹配到学生表示“很久以前”的槽。</a:t>
            </a:r>
            <a:endParaRPr lang="en-US" altLang="zh-CN" dirty="0"/>
          </a:p>
          <a:p>
            <a:r>
              <a:rPr lang="en-US" dirty="0"/>
              <a:t>7.</a:t>
            </a:r>
            <a:r>
              <a:rPr lang="zh-CN" altLang="zh-CN" dirty="0"/>
              <a:t>因为代码中的 </a:t>
            </a:r>
            <a:r>
              <a:rPr lang="zh-CN" altLang="zh-CN" sz="1200" kern="1200" dirty="0"/>
              <a:t>gap</a:t>
            </a:r>
            <a:r>
              <a:rPr lang="zh-CN" altLang="zh-CN" dirty="0"/>
              <a:t> 表示“时间区间的宽度”，而不是槽的具体时间位置。必须先把这些宽度累积成区间，再用区间中心代表槽的位置。</a:t>
            </a:r>
            <a:endParaRPr dirty="0"/>
          </a:p>
        </p:txBody>
      </p:sp>
      <p:sp>
        <p:nvSpPr>
          <p:cNvPr id="4" name="Slide Number Placeholder 3">
            <a:extLst>
              <a:ext uri="{FF2B5EF4-FFF2-40B4-BE49-F238E27FC236}">
                <a16:creationId xmlns:a16="http://schemas.microsoft.com/office/drawing/2014/main" id="{A0CD97E7-DACD-246F-4025-87B9A1566B07}"/>
              </a:ext>
            </a:extLst>
          </p:cNvPr>
          <p:cNvSpPr>
            <a:spLocks noGrp="1"/>
          </p:cNvSpPr>
          <p:nvPr>
            <p:ph type="sldNum" idx="5"/>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等线"/>
              <a:ea typeface="+mn-ea"/>
              <a:cs typeface="+mn-cs"/>
            </a:endParaRPr>
          </a:p>
        </p:txBody>
      </p:sp>
    </p:spTree>
    <p:extLst>
      <p:ext uri="{BB962C8B-B14F-4D97-AF65-F5344CB8AC3E}">
        <p14:creationId xmlns:p14="http://schemas.microsoft.com/office/powerpoint/2010/main" val="26193727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E88490-B1BD-CDC9-09B8-DAC76043E0D3}"/>
              </a:ext>
            </a:extLst>
          </p:cNvPr>
          <p:cNvSpPr>
            <a:spLocks noGrp="1"/>
          </p:cNvSpPr>
          <p:nvPr>
            <p:ph type="ctrTitle"/>
          </p:nvPr>
        </p:nvSpPr>
        <p:spPr>
          <a:xfrm>
            <a:off x="1524000" y="1122363"/>
            <a:ext cx="9144000" cy="2387600"/>
          </a:xfrm>
        </p:spPr>
        <p:txBody>
          <a:bodyPr anchor="b"/>
          <a:lstStyle>
            <a:lvl1pPr algn="ctr">
              <a:buNone/>
              <a:defRPr sz="6000"/>
            </a:lvl1pPr>
          </a:lstStyle>
          <a:p>
            <a:r>
              <a:t>单击此处编辑母版标题样式</a:t>
            </a:r>
          </a:p>
        </p:txBody>
      </p:sp>
      <p:sp>
        <p:nvSpPr>
          <p:cNvPr id="3" name="副标题 2">
            <a:extLst>
              <a:ext uri="{FF2B5EF4-FFF2-40B4-BE49-F238E27FC236}">
                <a16:creationId xmlns:a16="http://schemas.microsoft.com/office/drawing/2014/main" id="{30B5D50E-C0F5-50C3-0502-5347404272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单击此处编辑母版副标题样式</a:t>
            </a:r>
          </a:p>
        </p:txBody>
      </p:sp>
      <p:sp>
        <p:nvSpPr>
          <p:cNvPr id="4" name="日期占位符 3">
            <a:extLst>
              <a:ext uri="{FF2B5EF4-FFF2-40B4-BE49-F238E27FC236}">
                <a16:creationId xmlns:a16="http://schemas.microsoft.com/office/drawing/2014/main" id="{924ED167-FA12-65B7-462A-7A0340662389}"/>
              </a:ext>
            </a:extLst>
          </p:cNvPr>
          <p:cNvSpPr>
            <a:spLocks noGrp="1"/>
          </p:cNvSpPr>
          <p:nvPr>
            <p:ph type="dt" idx="10"/>
          </p:nvPr>
        </p:nvSpPr>
        <p:spPr/>
        <p:txBody>
          <a:bodyPr/>
          <a:lstStyle/>
          <a:p>
            <a:fld id="{44304C7A-D3E5-434E-AF65-D643B3CDD4DD}" type="datetimeFigureOut">
              <a:t>2026/7/18</a:t>
            </a:fld>
            <a:endParaRPr/>
          </a:p>
        </p:txBody>
      </p:sp>
      <p:sp>
        <p:nvSpPr>
          <p:cNvPr id="5" name="页脚占位符 4">
            <a:extLst>
              <a:ext uri="{FF2B5EF4-FFF2-40B4-BE49-F238E27FC236}">
                <a16:creationId xmlns:a16="http://schemas.microsoft.com/office/drawing/2014/main" id="{82D32ED7-F3A3-D89D-FCB9-62986FBDFB75}"/>
              </a:ext>
            </a:extLst>
          </p:cNvPr>
          <p:cNvSpPr>
            <a:spLocks noGrp="1"/>
          </p:cNvSpPr>
          <p:nvPr>
            <p:ph type="ftr" idx="11"/>
          </p:nvPr>
        </p:nvSpPr>
        <p:spPr/>
        <p:txBody>
          <a:bodyPr/>
          <a:lstStyle/>
          <a:p>
            <a:endParaRPr/>
          </a:p>
        </p:txBody>
      </p:sp>
      <p:sp>
        <p:nvSpPr>
          <p:cNvPr id="6" name="灯片编号占位符 5">
            <a:extLst>
              <a:ext uri="{FF2B5EF4-FFF2-40B4-BE49-F238E27FC236}">
                <a16:creationId xmlns:a16="http://schemas.microsoft.com/office/drawing/2014/main" id="{C4B62039-86BA-779E-56A9-2696601427C6}"/>
              </a:ext>
            </a:extLst>
          </p:cNvPr>
          <p:cNvSpPr>
            <a:spLocks noGrp="1"/>
          </p:cNvSpPr>
          <p:nvPr>
            <p:ph type="sldNum" idx="12"/>
          </p:nvPr>
        </p:nvSpPr>
        <p:spPr/>
        <p:txBody>
          <a:bodyPr/>
          <a:lstStyle/>
          <a:p>
            <a:fld id="{9830E876-90F7-4A36-9FE4-A4982909ED72}"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7C3FE7-3F3B-A426-3E56-A0F565581F6D}"/>
              </a:ext>
            </a:extLst>
          </p:cNvPr>
          <p:cNvSpPr>
            <a:spLocks noGrp="1"/>
          </p:cNvSpPr>
          <p:nvPr>
            <p:ph type="title"/>
          </p:nvPr>
        </p:nvSpPr>
        <p:spPr/>
        <p:txBody>
          <a:bodyPr/>
          <a:lstStyle/>
          <a:p>
            <a:r>
              <a:t>单击此处编辑母版标题样式</a:t>
            </a:r>
          </a:p>
        </p:txBody>
      </p:sp>
      <p:sp>
        <p:nvSpPr>
          <p:cNvPr id="3" name="内容占位符 2">
            <a:extLst>
              <a:ext uri="{FF2B5EF4-FFF2-40B4-BE49-F238E27FC236}">
                <a16:creationId xmlns:a16="http://schemas.microsoft.com/office/drawing/2014/main" id="{4E7A3657-0593-E660-4DBC-8D09D6EDF378}"/>
              </a:ext>
            </a:extLst>
          </p:cNvPr>
          <p:cNvSpPr>
            <a:spLocks noGrp="1"/>
          </p:cNvSpPr>
          <p:nvPr>
            <p:ph idx="1"/>
          </p:nvPr>
        </p:nvSpPr>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日期占位符 3">
            <a:extLst>
              <a:ext uri="{FF2B5EF4-FFF2-40B4-BE49-F238E27FC236}">
                <a16:creationId xmlns:a16="http://schemas.microsoft.com/office/drawing/2014/main" id="{6B8C5513-C18E-A00F-7A52-5F9ABB29052E}"/>
              </a:ext>
            </a:extLst>
          </p:cNvPr>
          <p:cNvSpPr>
            <a:spLocks noGrp="1"/>
          </p:cNvSpPr>
          <p:nvPr>
            <p:ph type="dt" idx="10"/>
          </p:nvPr>
        </p:nvSpPr>
        <p:spPr/>
        <p:txBody>
          <a:bodyPr/>
          <a:lstStyle/>
          <a:p>
            <a:fld id="{44304C7A-D3E5-434E-AF65-D643B3CDD4DD}" type="datetimeFigureOut">
              <a:t>2026/7/18</a:t>
            </a:fld>
            <a:endParaRPr/>
          </a:p>
        </p:txBody>
      </p:sp>
      <p:sp>
        <p:nvSpPr>
          <p:cNvPr id="5" name="页脚占位符 4">
            <a:extLst>
              <a:ext uri="{FF2B5EF4-FFF2-40B4-BE49-F238E27FC236}">
                <a16:creationId xmlns:a16="http://schemas.microsoft.com/office/drawing/2014/main" id="{2B0924A4-39AB-C64D-6AD4-CD26215C2CC8}"/>
              </a:ext>
            </a:extLst>
          </p:cNvPr>
          <p:cNvSpPr>
            <a:spLocks noGrp="1"/>
          </p:cNvSpPr>
          <p:nvPr>
            <p:ph type="ftr" idx="11"/>
          </p:nvPr>
        </p:nvSpPr>
        <p:spPr/>
        <p:txBody>
          <a:bodyPr/>
          <a:lstStyle/>
          <a:p>
            <a:endParaRPr/>
          </a:p>
        </p:txBody>
      </p:sp>
      <p:sp>
        <p:nvSpPr>
          <p:cNvPr id="6" name="灯片编号占位符 5">
            <a:extLst>
              <a:ext uri="{FF2B5EF4-FFF2-40B4-BE49-F238E27FC236}">
                <a16:creationId xmlns:a16="http://schemas.microsoft.com/office/drawing/2014/main" id="{2B242D46-2308-466F-DB14-886D7ACD6935}"/>
              </a:ext>
            </a:extLst>
          </p:cNvPr>
          <p:cNvSpPr>
            <a:spLocks noGrp="1"/>
          </p:cNvSpPr>
          <p:nvPr>
            <p:ph type="sldNum" idx="12"/>
          </p:nvPr>
        </p:nvSpPr>
        <p:spPr/>
        <p:txBody>
          <a:bodyPr/>
          <a:lstStyle/>
          <a:p>
            <a:fld id="{9830E876-90F7-4A36-9FE4-A4982909ED72}"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2EAA24-F719-67C5-A2BC-2806DFE7675D}"/>
              </a:ext>
            </a:extLst>
          </p:cNvPr>
          <p:cNvSpPr>
            <a:spLocks noGrp="1"/>
          </p:cNvSpPr>
          <p:nvPr>
            <p:ph type="title"/>
          </p:nvPr>
        </p:nvSpPr>
        <p:spPr>
          <a:xfrm>
            <a:off x="831850" y="1709738"/>
            <a:ext cx="10515600" cy="2852737"/>
          </a:xfrm>
        </p:spPr>
        <p:txBody>
          <a:bodyPr anchor="b"/>
          <a:lstStyle>
            <a:lvl1pPr>
              <a:buNone/>
              <a:defRPr sz="6000"/>
            </a:lvl1pPr>
          </a:lstStyle>
          <a:p>
            <a:r>
              <a:t>单击此处编辑母版标题样式</a:t>
            </a:r>
          </a:p>
        </p:txBody>
      </p:sp>
      <p:sp>
        <p:nvSpPr>
          <p:cNvPr id="3" name="文本占位符 2">
            <a:extLst>
              <a:ext uri="{FF2B5EF4-FFF2-40B4-BE49-F238E27FC236}">
                <a16:creationId xmlns:a16="http://schemas.microsoft.com/office/drawing/2014/main" id="{5FE3D11E-5793-62FC-AAA0-03B46CDAF1D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a:buNone/>
            </a:pPr>
            <a:r>
              <a:t>单击此处编辑母版文本样式</a:t>
            </a:r>
          </a:p>
        </p:txBody>
      </p:sp>
      <p:sp>
        <p:nvSpPr>
          <p:cNvPr id="4" name="日期占位符 3">
            <a:extLst>
              <a:ext uri="{FF2B5EF4-FFF2-40B4-BE49-F238E27FC236}">
                <a16:creationId xmlns:a16="http://schemas.microsoft.com/office/drawing/2014/main" id="{DDC4515B-AAB0-AF74-2005-4A5704B412F5}"/>
              </a:ext>
            </a:extLst>
          </p:cNvPr>
          <p:cNvSpPr>
            <a:spLocks noGrp="1"/>
          </p:cNvSpPr>
          <p:nvPr>
            <p:ph type="dt" idx="10"/>
          </p:nvPr>
        </p:nvSpPr>
        <p:spPr/>
        <p:txBody>
          <a:bodyPr/>
          <a:lstStyle/>
          <a:p>
            <a:fld id="{44304C7A-D3E5-434E-AF65-D643B3CDD4DD}" type="datetimeFigureOut">
              <a:t>2026/7/18</a:t>
            </a:fld>
            <a:endParaRPr/>
          </a:p>
        </p:txBody>
      </p:sp>
      <p:sp>
        <p:nvSpPr>
          <p:cNvPr id="5" name="页脚占位符 4">
            <a:extLst>
              <a:ext uri="{FF2B5EF4-FFF2-40B4-BE49-F238E27FC236}">
                <a16:creationId xmlns:a16="http://schemas.microsoft.com/office/drawing/2014/main" id="{AA61D5EE-B5CB-7A71-9CF0-9FBCD3FFA7C7}"/>
              </a:ext>
            </a:extLst>
          </p:cNvPr>
          <p:cNvSpPr>
            <a:spLocks noGrp="1"/>
          </p:cNvSpPr>
          <p:nvPr>
            <p:ph type="ftr" idx="11"/>
          </p:nvPr>
        </p:nvSpPr>
        <p:spPr/>
        <p:txBody>
          <a:bodyPr/>
          <a:lstStyle/>
          <a:p>
            <a:endParaRPr/>
          </a:p>
        </p:txBody>
      </p:sp>
      <p:sp>
        <p:nvSpPr>
          <p:cNvPr id="6" name="灯片编号占位符 5">
            <a:extLst>
              <a:ext uri="{FF2B5EF4-FFF2-40B4-BE49-F238E27FC236}">
                <a16:creationId xmlns:a16="http://schemas.microsoft.com/office/drawing/2014/main" id="{AEB8367C-2175-E27D-5CF7-A41E6E7E88D2}"/>
              </a:ext>
            </a:extLst>
          </p:cNvPr>
          <p:cNvSpPr>
            <a:spLocks noGrp="1"/>
          </p:cNvSpPr>
          <p:nvPr>
            <p:ph type="sldNum" idx="12"/>
          </p:nvPr>
        </p:nvSpPr>
        <p:spPr/>
        <p:txBody>
          <a:bodyPr/>
          <a:lstStyle/>
          <a:p>
            <a:fld id="{9830E876-90F7-4A36-9FE4-A4982909ED72}"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EB2662-82C4-3BEC-09FC-05F6DB737D0D}"/>
              </a:ext>
            </a:extLst>
          </p:cNvPr>
          <p:cNvSpPr>
            <a:spLocks noGrp="1"/>
          </p:cNvSpPr>
          <p:nvPr>
            <p:ph type="title"/>
          </p:nvPr>
        </p:nvSpPr>
        <p:spPr/>
        <p:txBody>
          <a:bodyPr/>
          <a:lstStyle/>
          <a:p>
            <a:r>
              <a:t>单击此处编辑母版标题样式</a:t>
            </a:r>
          </a:p>
        </p:txBody>
      </p:sp>
      <p:sp>
        <p:nvSpPr>
          <p:cNvPr id="3" name="内容占位符 2">
            <a:extLst>
              <a:ext uri="{FF2B5EF4-FFF2-40B4-BE49-F238E27FC236}">
                <a16:creationId xmlns:a16="http://schemas.microsoft.com/office/drawing/2014/main" id="{76241EF9-5511-5B0F-2970-7E7833F0895A}"/>
              </a:ext>
            </a:extLst>
          </p:cNvPr>
          <p:cNvSpPr>
            <a:spLocks noGrp="1"/>
          </p:cNvSpPr>
          <p:nvPr>
            <p:ph idx="1"/>
          </p:nvPr>
        </p:nvSpPr>
        <p:spPr>
          <a:xfrm>
            <a:off x="838200" y="1825625"/>
            <a:ext cx="5181600" cy="435133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内容占位符 3">
            <a:extLst>
              <a:ext uri="{FF2B5EF4-FFF2-40B4-BE49-F238E27FC236}">
                <a16:creationId xmlns:a16="http://schemas.microsoft.com/office/drawing/2014/main" id="{2C4BC5C2-8C98-A487-FBF3-3D0E52C7F86C}"/>
              </a:ext>
            </a:extLst>
          </p:cNvPr>
          <p:cNvSpPr>
            <a:spLocks noGrp="1"/>
          </p:cNvSpPr>
          <p:nvPr>
            <p:ph idx="2"/>
          </p:nvPr>
        </p:nvSpPr>
        <p:spPr>
          <a:xfrm>
            <a:off x="6172200" y="1825625"/>
            <a:ext cx="5181600" cy="435133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5" name="日期占位符 4">
            <a:extLst>
              <a:ext uri="{FF2B5EF4-FFF2-40B4-BE49-F238E27FC236}">
                <a16:creationId xmlns:a16="http://schemas.microsoft.com/office/drawing/2014/main" id="{873D5937-FA1B-D09F-F930-588D7B702B3F}"/>
              </a:ext>
            </a:extLst>
          </p:cNvPr>
          <p:cNvSpPr>
            <a:spLocks noGrp="1"/>
          </p:cNvSpPr>
          <p:nvPr>
            <p:ph type="dt" idx="10"/>
          </p:nvPr>
        </p:nvSpPr>
        <p:spPr/>
        <p:txBody>
          <a:bodyPr/>
          <a:lstStyle/>
          <a:p>
            <a:fld id="{44304C7A-D3E5-434E-AF65-D643B3CDD4DD}" type="datetimeFigureOut">
              <a:t>2026/7/18</a:t>
            </a:fld>
            <a:endParaRPr/>
          </a:p>
        </p:txBody>
      </p:sp>
      <p:sp>
        <p:nvSpPr>
          <p:cNvPr id="6" name="页脚占位符 5">
            <a:extLst>
              <a:ext uri="{FF2B5EF4-FFF2-40B4-BE49-F238E27FC236}">
                <a16:creationId xmlns:a16="http://schemas.microsoft.com/office/drawing/2014/main" id="{2A4E5DCD-C7A1-78AB-7381-5AED00D4CCCA}"/>
              </a:ext>
            </a:extLst>
          </p:cNvPr>
          <p:cNvSpPr>
            <a:spLocks noGrp="1"/>
          </p:cNvSpPr>
          <p:nvPr>
            <p:ph type="ftr" idx="11"/>
          </p:nvPr>
        </p:nvSpPr>
        <p:spPr/>
        <p:txBody>
          <a:bodyPr/>
          <a:lstStyle/>
          <a:p>
            <a:endParaRPr/>
          </a:p>
        </p:txBody>
      </p:sp>
      <p:sp>
        <p:nvSpPr>
          <p:cNvPr id="7" name="灯片编号占位符 6">
            <a:extLst>
              <a:ext uri="{FF2B5EF4-FFF2-40B4-BE49-F238E27FC236}">
                <a16:creationId xmlns:a16="http://schemas.microsoft.com/office/drawing/2014/main" id="{0D24B06A-2F55-8224-B83B-4C35ED352B0F}"/>
              </a:ext>
            </a:extLst>
          </p:cNvPr>
          <p:cNvSpPr>
            <a:spLocks noGrp="1"/>
          </p:cNvSpPr>
          <p:nvPr>
            <p:ph type="sldNum" idx="12"/>
          </p:nvPr>
        </p:nvSpPr>
        <p:spPr/>
        <p:txBody>
          <a:bodyPr/>
          <a:lstStyle/>
          <a:p>
            <a:fld id="{9830E876-90F7-4A36-9FE4-A4982909ED72}"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7E389D-85EC-B63C-FD4E-3C7FC7BA40E3}"/>
              </a:ext>
            </a:extLst>
          </p:cNvPr>
          <p:cNvSpPr>
            <a:spLocks noGrp="1"/>
          </p:cNvSpPr>
          <p:nvPr>
            <p:ph type="title"/>
          </p:nvPr>
        </p:nvSpPr>
        <p:spPr>
          <a:xfrm>
            <a:off x="839788" y="365125"/>
            <a:ext cx="10515600" cy="1325563"/>
          </a:xfrm>
        </p:spPr>
        <p:txBody>
          <a:bodyPr/>
          <a:lstStyle/>
          <a:p>
            <a:r>
              <a:t>单击此处编辑母版标题样式</a:t>
            </a:r>
          </a:p>
        </p:txBody>
      </p:sp>
      <p:sp>
        <p:nvSpPr>
          <p:cNvPr id="3" name="文本占位符 2">
            <a:extLst>
              <a:ext uri="{FF2B5EF4-FFF2-40B4-BE49-F238E27FC236}">
                <a16:creationId xmlns:a16="http://schemas.microsoft.com/office/drawing/2014/main" id="{7D6A3077-3543-B084-6139-D62693E4EE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单击此处编辑母版文本样式</a:t>
            </a:r>
          </a:p>
        </p:txBody>
      </p:sp>
      <p:sp>
        <p:nvSpPr>
          <p:cNvPr id="4" name="内容占位符 3">
            <a:extLst>
              <a:ext uri="{FF2B5EF4-FFF2-40B4-BE49-F238E27FC236}">
                <a16:creationId xmlns:a16="http://schemas.microsoft.com/office/drawing/2014/main" id="{16B7561F-9401-03BE-9069-00CB11BDA4BE}"/>
              </a:ext>
            </a:extLst>
          </p:cNvPr>
          <p:cNvSpPr>
            <a:spLocks noGrp="1"/>
          </p:cNvSpPr>
          <p:nvPr>
            <p:ph idx="2"/>
          </p:nvPr>
        </p:nvSpPr>
        <p:spPr>
          <a:xfrm>
            <a:off x="839788" y="2505075"/>
            <a:ext cx="5157787" cy="368458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5" name="文本占位符 4">
            <a:extLst>
              <a:ext uri="{FF2B5EF4-FFF2-40B4-BE49-F238E27FC236}">
                <a16:creationId xmlns:a16="http://schemas.microsoft.com/office/drawing/2014/main" id="{375A92CB-02FB-5E48-9C67-A141AB99B99B}"/>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单击此处编辑母版文本样式</a:t>
            </a:r>
          </a:p>
        </p:txBody>
      </p:sp>
      <p:sp>
        <p:nvSpPr>
          <p:cNvPr id="6" name="内容占位符 5">
            <a:extLst>
              <a:ext uri="{FF2B5EF4-FFF2-40B4-BE49-F238E27FC236}">
                <a16:creationId xmlns:a16="http://schemas.microsoft.com/office/drawing/2014/main" id="{6921FC43-C916-F337-26AF-3B307AD23BF8}"/>
              </a:ext>
            </a:extLst>
          </p:cNvPr>
          <p:cNvSpPr>
            <a:spLocks noGrp="1"/>
          </p:cNvSpPr>
          <p:nvPr>
            <p:ph idx="4"/>
          </p:nvPr>
        </p:nvSpPr>
        <p:spPr>
          <a:xfrm>
            <a:off x="6172200" y="2505075"/>
            <a:ext cx="5183188" cy="368458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7" name="日期占位符 6">
            <a:extLst>
              <a:ext uri="{FF2B5EF4-FFF2-40B4-BE49-F238E27FC236}">
                <a16:creationId xmlns:a16="http://schemas.microsoft.com/office/drawing/2014/main" id="{8F692BDF-5CC1-007C-ECAB-9D57C66461E9}"/>
              </a:ext>
            </a:extLst>
          </p:cNvPr>
          <p:cNvSpPr>
            <a:spLocks noGrp="1"/>
          </p:cNvSpPr>
          <p:nvPr>
            <p:ph type="dt" idx="10"/>
          </p:nvPr>
        </p:nvSpPr>
        <p:spPr/>
        <p:txBody>
          <a:bodyPr/>
          <a:lstStyle/>
          <a:p>
            <a:fld id="{44304C7A-D3E5-434E-AF65-D643B3CDD4DD}" type="datetimeFigureOut">
              <a:t>2026/7/18</a:t>
            </a:fld>
            <a:endParaRPr/>
          </a:p>
        </p:txBody>
      </p:sp>
      <p:sp>
        <p:nvSpPr>
          <p:cNvPr id="8" name="页脚占位符 7">
            <a:extLst>
              <a:ext uri="{FF2B5EF4-FFF2-40B4-BE49-F238E27FC236}">
                <a16:creationId xmlns:a16="http://schemas.microsoft.com/office/drawing/2014/main" id="{F1342580-5D35-F828-26A3-A17649D4177C}"/>
              </a:ext>
            </a:extLst>
          </p:cNvPr>
          <p:cNvSpPr>
            <a:spLocks noGrp="1"/>
          </p:cNvSpPr>
          <p:nvPr>
            <p:ph type="ftr" idx="11"/>
          </p:nvPr>
        </p:nvSpPr>
        <p:spPr/>
        <p:txBody>
          <a:bodyPr/>
          <a:lstStyle/>
          <a:p>
            <a:endParaRPr/>
          </a:p>
        </p:txBody>
      </p:sp>
      <p:sp>
        <p:nvSpPr>
          <p:cNvPr id="9" name="灯片编号占位符 8">
            <a:extLst>
              <a:ext uri="{FF2B5EF4-FFF2-40B4-BE49-F238E27FC236}">
                <a16:creationId xmlns:a16="http://schemas.microsoft.com/office/drawing/2014/main" id="{175CC7C5-5E2E-7B0B-9F49-C4CC292611DF}"/>
              </a:ext>
            </a:extLst>
          </p:cNvPr>
          <p:cNvSpPr>
            <a:spLocks noGrp="1"/>
          </p:cNvSpPr>
          <p:nvPr>
            <p:ph type="sldNum" idx="12"/>
          </p:nvPr>
        </p:nvSpPr>
        <p:spPr/>
        <p:txBody>
          <a:bodyPr/>
          <a:lstStyle/>
          <a:p>
            <a:fld id="{9830E876-90F7-4A36-9FE4-A4982909ED72}"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67AA99-17CE-8704-6CF5-6B985E407094}"/>
              </a:ext>
            </a:extLst>
          </p:cNvPr>
          <p:cNvSpPr>
            <a:spLocks noGrp="1"/>
          </p:cNvSpPr>
          <p:nvPr>
            <p:ph type="title"/>
          </p:nvPr>
        </p:nvSpPr>
        <p:spPr/>
        <p:txBody>
          <a:bodyPr/>
          <a:lstStyle/>
          <a:p>
            <a:r>
              <a:t>单击此处编辑母版标题样式</a:t>
            </a:r>
          </a:p>
        </p:txBody>
      </p:sp>
      <p:sp>
        <p:nvSpPr>
          <p:cNvPr id="3" name="日期占位符 2">
            <a:extLst>
              <a:ext uri="{FF2B5EF4-FFF2-40B4-BE49-F238E27FC236}">
                <a16:creationId xmlns:a16="http://schemas.microsoft.com/office/drawing/2014/main" id="{2A64AA09-0CD1-DB99-1377-958B823D4F10}"/>
              </a:ext>
            </a:extLst>
          </p:cNvPr>
          <p:cNvSpPr>
            <a:spLocks noGrp="1"/>
          </p:cNvSpPr>
          <p:nvPr>
            <p:ph type="dt" idx="10"/>
          </p:nvPr>
        </p:nvSpPr>
        <p:spPr/>
        <p:txBody>
          <a:bodyPr/>
          <a:lstStyle/>
          <a:p>
            <a:fld id="{44304C7A-D3E5-434E-AF65-D643B3CDD4DD}" type="datetimeFigureOut">
              <a:t>2026/7/18</a:t>
            </a:fld>
            <a:endParaRPr/>
          </a:p>
        </p:txBody>
      </p:sp>
      <p:sp>
        <p:nvSpPr>
          <p:cNvPr id="4" name="页脚占位符 3">
            <a:extLst>
              <a:ext uri="{FF2B5EF4-FFF2-40B4-BE49-F238E27FC236}">
                <a16:creationId xmlns:a16="http://schemas.microsoft.com/office/drawing/2014/main" id="{ACE54BE9-5B73-4372-7F04-E060650A7F34}"/>
              </a:ext>
            </a:extLst>
          </p:cNvPr>
          <p:cNvSpPr>
            <a:spLocks noGrp="1"/>
          </p:cNvSpPr>
          <p:nvPr>
            <p:ph type="ftr" idx="11"/>
          </p:nvPr>
        </p:nvSpPr>
        <p:spPr/>
        <p:txBody>
          <a:bodyPr/>
          <a:lstStyle/>
          <a:p>
            <a:endParaRPr/>
          </a:p>
        </p:txBody>
      </p:sp>
      <p:sp>
        <p:nvSpPr>
          <p:cNvPr id="5" name="灯片编号占位符 4">
            <a:extLst>
              <a:ext uri="{FF2B5EF4-FFF2-40B4-BE49-F238E27FC236}">
                <a16:creationId xmlns:a16="http://schemas.microsoft.com/office/drawing/2014/main" id="{93632340-A076-2EFB-3661-2200B5678D0F}"/>
              </a:ext>
            </a:extLst>
          </p:cNvPr>
          <p:cNvSpPr>
            <a:spLocks noGrp="1"/>
          </p:cNvSpPr>
          <p:nvPr>
            <p:ph type="sldNum" idx="12"/>
          </p:nvPr>
        </p:nvSpPr>
        <p:spPr/>
        <p:txBody>
          <a:bodyPr/>
          <a:lstStyle/>
          <a:p>
            <a:fld id="{9830E876-90F7-4A36-9FE4-A4982909ED72}"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ADF3352-D4C3-8DE2-C3FA-D147726F6EA9}"/>
              </a:ext>
            </a:extLst>
          </p:cNvPr>
          <p:cNvSpPr>
            <a:spLocks noGrp="1"/>
          </p:cNvSpPr>
          <p:nvPr>
            <p:ph type="dt" idx="10"/>
          </p:nvPr>
        </p:nvSpPr>
        <p:spPr/>
        <p:txBody>
          <a:bodyPr/>
          <a:lstStyle/>
          <a:p>
            <a:fld id="{44304C7A-D3E5-434E-AF65-D643B3CDD4DD}" type="datetimeFigureOut">
              <a:t>2026/7/18</a:t>
            </a:fld>
            <a:endParaRPr/>
          </a:p>
        </p:txBody>
      </p:sp>
      <p:sp>
        <p:nvSpPr>
          <p:cNvPr id="3" name="页脚占位符 2">
            <a:extLst>
              <a:ext uri="{FF2B5EF4-FFF2-40B4-BE49-F238E27FC236}">
                <a16:creationId xmlns:a16="http://schemas.microsoft.com/office/drawing/2014/main" id="{4F71B36F-8E1A-7834-98C4-DBCDF8EA2BE7}"/>
              </a:ext>
            </a:extLst>
          </p:cNvPr>
          <p:cNvSpPr>
            <a:spLocks noGrp="1"/>
          </p:cNvSpPr>
          <p:nvPr>
            <p:ph type="ftr" idx="11"/>
          </p:nvPr>
        </p:nvSpPr>
        <p:spPr/>
        <p:txBody>
          <a:bodyPr/>
          <a:lstStyle/>
          <a:p>
            <a:endParaRPr/>
          </a:p>
        </p:txBody>
      </p:sp>
      <p:sp>
        <p:nvSpPr>
          <p:cNvPr id="4" name="灯片编号占位符 3">
            <a:extLst>
              <a:ext uri="{FF2B5EF4-FFF2-40B4-BE49-F238E27FC236}">
                <a16:creationId xmlns:a16="http://schemas.microsoft.com/office/drawing/2014/main" id="{93CA0D7B-DB2A-932B-C978-EFAEF3DFF807}"/>
              </a:ext>
            </a:extLst>
          </p:cNvPr>
          <p:cNvSpPr>
            <a:spLocks noGrp="1"/>
          </p:cNvSpPr>
          <p:nvPr>
            <p:ph type="sldNum" idx="12"/>
          </p:nvPr>
        </p:nvSpPr>
        <p:spPr/>
        <p:txBody>
          <a:bodyPr/>
          <a:lstStyle/>
          <a:p>
            <a:fld id="{9830E876-90F7-4A36-9FE4-A4982909ED72}"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EC9928-1C5A-8E3F-7E09-49B204B29576}"/>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内容占位符 2">
            <a:extLst>
              <a:ext uri="{FF2B5EF4-FFF2-40B4-BE49-F238E27FC236}">
                <a16:creationId xmlns:a16="http://schemas.microsoft.com/office/drawing/2014/main" id="{75214943-6D57-E0CD-8144-82097FA9CED5}"/>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文本占位符 3">
            <a:extLst>
              <a:ext uri="{FF2B5EF4-FFF2-40B4-BE49-F238E27FC236}">
                <a16:creationId xmlns:a16="http://schemas.microsoft.com/office/drawing/2014/main" id="{0AC48963-6235-AE4D-9DB6-D23A4F8B7958}"/>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单击此处编辑母版文本样式</a:t>
            </a:r>
          </a:p>
        </p:txBody>
      </p:sp>
      <p:sp>
        <p:nvSpPr>
          <p:cNvPr id="5" name="日期占位符 4">
            <a:extLst>
              <a:ext uri="{FF2B5EF4-FFF2-40B4-BE49-F238E27FC236}">
                <a16:creationId xmlns:a16="http://schemas.microsoft.com/office/drawing/2014/main" id="{C9D5B299-D38B-BB69-4488-B42B48267CDE}"/>
              </a:ext>
            </a:extLst>
          </p:cNvPr>
          <p:cNvSpPr>
            <a:spLocks noGrp="1"/>
          </p:cNvSpPr>
          <p:nvPr>
            <p:ph type="dt" idx="10"/>
          </p:nvPr>
        </p:nvSpPr>
        <p:spPr/>
        <p:txBody>
          <a:bodyPr/>
          <a:lstStyle/>
          <a:p>
            <a:fld id="{44304C7A-D3E5-434E-AF65-D643B3CDD4DD}" type="datetimeFigureOut">
              <a:t>2026/7/18</a:t>
            </a:fld>
            <a:endParaRPr/>
          </a:p>
        </p:txBody>
      </p:sp>
      <p:sp>
        <p:nvSpPr>
          <p:cNvPr id="6" name="页脚占位符 5">
            <a:extLst>
              <a:ext uri="{FF2B5EF4-FFF2-40B4-BE49-F238E27FC236}">
                <a16:creationId xmlns:a16="http://schemas.microsoft.com/office/drawing/2014/main" id="{124D4DF8-9193-FEEE-E2FB-6C32D8E152ED}"/>
              </a:ext>
            </a:extLst>
          </p:cNvPr>
          <p:cNvSpPr>
            <a:spLocks noGrp="1"/>
          </p:cNvSpPr>
          <p:nvPr>
            <p:ph type="ftr" idx="11"/>
          </p:nvPr>
        </p:nvSpPr>
        <p:spPr/>
        <p:txBody>
          <a:bodyPr/>
          <a:lstStyle/>
          <a:p>
            <a:endParaRPr/>
          </a:p>
        </p:txBody>
      </p:sp>
      <p:sp>
        <p:nvSpPr>
          <p:cNvPr id="7" name="灯片编号占位符 6">
            <a:extLst>
              <a:ext uri="{FF2B5EF4-FFF2-40B4-BE49-F238E27FC236}">
                <a16:creationId xmlns:a16="http://schemas.microsoft.com/office/drawing/2014/main" id="{3030211A-9705-B5A0-A89A-F82E89F64215}"/>
              </a:ext>
            </a:extLst>
          </p:cNvPr>
          <p:cNvSpPr>
            <a:spLocks noGrp="1"/>
          </p:cNvSpPr>
          <p:nvPr>
            <p:ph type="sldNum" idx="12"/>
          </p:nvPr>
        </p:nvSpPr>
        <p:spPr/>
        <p:txBody>
          <a:bodyPr/>
          <a:lstStyle/>
          <a:p>
            <a:fld id="{9830E876-90F7-4A36-9FE4-A4982909ED72}"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537EA9-73BA-194B-6FDF-A0C2A35594D6}"/>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图片占位符 2">
            <a:extLst>
              <a:ext uri="{FF2B5EF4-FFF2-40B4-BE49-F238E27FC236}">
                <a16:creationId xmlns:a16="http://schemas.microsoft.com/office/drawing/2014/main" id="{37D66209-989B-F0B4-05E7-21A27D13E0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文本占位符 3">
            <a:extLst>
              <a:ext uri="{FF2B5EF4-FFF2-40B4-BE49-F238E27FC236}">
                <a16:creationId xmlns:a16="http://schemas.microsoft.com/office/drawing/2014/main" id="{D5918B8F-FE1C-3900-F893-345548C8DF16}"/>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单击此处编辑母版文本样式</a:t>
            </a:r>
          </a:p>
        </p:txBody>
      </p:sp>
      <p:sp>
        <p:nvSpPr>
          <p:cNvPr id="5" name="日期占位符 4">
            <a:extLst>
              <a:ext uri="{FF2B5EF4-FFF2-40B4-BE49-F238E27FC236}">
                <a16:creationId xmlns:a16="http://schemas.microsoft.com/office/drawing/2014/main" id="{13EB7779-9DED-1FAD-0912-2821A8142107}"/>
              </a:ext>
            </a:extLst>
          </p:cNvPr>
          <p:cNvSpPr>
            <a:spLocks noGrp="1"/>
          </p:cNvSpPr>
          <p:nvPr>
            <p:ph type="dt" idx="10"/>
          </p:nvPr>
        </p:nvSpPr>
        <p:spPr/>
        <p:txBody>
          <a:bodyPr/>
          <a:lstStyle/>
          <a:p>
            <a:fld id="{44304C7A-D3E5-434E-AF65-D643B3CDD4DD}" type="datetimeFigureOut">
              <a:t>2026/7/18</a:t>
            </a:fld>
            <a:endParaRPr/>
          </a:p>
        </p:txBody>
      </p:sp>
      <p:sp>
        <p:nvSpPr>
          <p:cNvPr id="6" name="页脚占位符 5">
            <a:extLst>
              <a:ext uri="{FF2B5EF4-FFF2-40B4-BE49-F238E27FC236}">
                <a16:creationId xmlns:a16="http://schemas.microsoft.com/office/drawing/2014/main" id="{8AA7CF25-DD14-2799-8DE0-74474788422C}"/>
              </a:ext>
            </a:extLst>
          </p:cNvPr>
          <p:cNvSpPr>
            <a:spLocks noGrp="1"/>
          </p:cNvSpPr>
          <p:nvPr>
            <p:ph type="ftr" idx="11"/>
          </p:nvPr>
        </p:nvSpPr>
        <p:spPr/>
        <p:txBody>
          <a:bodyPr/>
          <a:lstStyle/>
          <a:p>
            <a:endParaRPr/>
          </a:p>
        </p:txBody>
      </p:sp>
      <p:sp>
        <p:nvSpPr>
          <p:cNvPr id="7" name="灯片编号占位符 6">
            <a:extLst>
              <a:ext uri="{FF2B5EF4-FFF2-40B4-BE49-F238E27FC236}">
                <a16:creationId xmlns:a16="http://schemas.microsoft.com/office/drawing/2014/main" id="{4946EC4D-9AD0-CC03-A0A7-75AD9F481545}"/>
              </a:ext>
            </a:extLst>
          </p:cNvPr>
          <p:cNvSpPr>
            <a:spLocks noGrp="1"/>
          </p:cNvSpPr>
          <p:nvPr>
            <p:ph type="sldNum" idx="12"/>
          </p:nvPr>
        </p:nvSpPr>
        <p:spPr/>
        <p:txBody>
          <a:bodyPr/>
          <a:lstStyle/>
          <a:p>
            <a:fld id="{9830E876-90F7-4A36-9FE4-A4982909ED72}"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27BC25-8100-DE04-80F7-568777D1B257}"/>
              </a:ext>
            </a:extLst>
          </p:cNvPr>
          <p:cNvSpPr>
            <a:spLocks noGrp="1"/>
          </p:cNvSpPr>
          <p:nvPr>
            <p:ph type="title"/>
          </p:nvPr>
        </p:nvSpPr>
        <p:spPr/>
        <p:txBody>
          <a:bodyPr/>
          <a:lstStyle/>
          <a:p>
            <a:r>
              <a:t>单击此处编辑母版标题样式</a:t>
            </a:r>
          </a:p>
        </p:txBody>
      </p:sp>
      <p:sp>
        <p:nvSpPr>
          <p:cNvPr id="3" name="竖排文字占位符 2">
            <a:extLst>
              <a:ext uri="{FF2B5EF4-FFF2-40B4-BE49-F238E27FC236}">
                <a16:creationId xmlns:a16="http://schemas.microsoft.com/office/drawing/2014/main" id="{A1E347E0-A71C-70C8-E566-1F6650E50F59}"/>
              </a:ext>
            </a:extLst>
          </p:cNvPr>
          <p:cNvSpPr>
            <a:spLocks noGrp="1"/>
          </p:cNvSpPr>
          <p:nvPr>
            <p:ph type="body" idx="1"/>
          </p:nvPr>
        </p:nvSpPr>
        <p:spPr/>
        <p:txBody>
          <a:bodyPr vert="eaVert"/>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日期占位符 3">
            <a:extLst>
              <a:ext uri="{FF2B5EF4-FFF2-40B4-BE49-F238E27FC236}">
                <a16:creationId xmlns:a16="http://schemas.microsoft.com/office/drawing/2014/main" id="{1F6C33BC-C406-2CA3-343D-F024E76EA3A9}"/>
              </a:ext>
            </a:extLst>
          </p:cNvPr>
          <p:cNvSpPr>
            <a:spLocks noGrp="1"/>
          </p:cNvSpPr>
          <p:nvPr>
            <p:ph type="dt" idx="10"/>
          </p:nvPr>
        </p:nvSpPr>
        <p:spPr/>
        <p:txBody>
          <a:bodyPr/>
          <a:lstStyle/>
          <a:p>
            <a:fld id="{44304C7A-D3E5-434E-AF65-D643B3CDD4DD}" type="datetimeFigureOut">
              <a:t>2026/7/18</a:t>
            </a:fld>
            <a:endParaRPr/>
          </a:p>
        </p:txBody>
      </p:sp>
      <p:sp>
        <p:nvSpPr>
          <p:cNvPr id="5" name="页脚占位符 4">
            <a:extLst>
              <a:ext uri="{FF2B5EF4-FFF2-40B4-BE49-F238E27FC236}">
                <a16:creationId xmlns:a16="http://schemas.microsoft.com/office/drawing/2014/main" id="{B10916AF-81F2-B4B5-E510-218CF84D92E8}"/>
              </a:ext>
            </a:extLst>
          </p:cNvPr>
          <p:cNvSpPr>
            <a:spLocks noGrp="1"/>
          </p:cNvSpPr>
          <p:nvPr>
            <p:ph type="ftr" idx="11"/>
          </p:nvPr>
        </p:nvSpPr>
        <p:spPr/>
        <p:txBody>
          <a:bodyPr/>
          <a:lstStyle/>
          <a:p>
            <a:endParaRPr/>
          </a:p>
        </p:txBody>
      </p:sp>
      <p:sp>
        <p:nvSpPr>
          <p:cNvPr id="6" name="灯片编号占位符 5">
            <a:extLst>
              <a:ext uri="{FF2B5EF4-FFF2-40B4-BE49-F238E27FC236}">
                <a16:creationId xmlns:a16="http://schemas.microsoft.com/office/drawing/2014/main" id="{8E4A7064-526E-34B3-C0AE-B079E0C72AE0}"/>
              </a:ext>
            </a:extLst>
          </p:cNvPr>
          <p:cNvSpPr>
            <a:spLocks noGrp="1"/>
          </p:cNvSpPr>
          <p:nvPr>
            <p:ph type="sldNum" idx="12"/>
          </p:nvPr>
        </p:nvSpPr>
        <p:spPr/>
        <p:txBody>
          <a:bodyPr/>
          <a:lstStyle/>
          <a:p>
            <a:fld id="{9830E876-90F7-4A36-9FE4-A4982909ED72}"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C7D3825-A797-AC8C-8B8E-E455D87BC3A0}"/>
              </a:ext>
            </a:extLst>
          </p:cNvPr>
          <p:cNvSpPr>
            <a:spLocks noGrp="1"/>
          </p:cNvSpPr>
          <p:nvPr>
            <p:ph type="title"/>
          </p:nvPr>
        </p:nvSpPr>
        <p:spPr>
          <a:xfrm>
            <a:off x="8724900" y="365125"/>
            <a:ext cx="2628900" cy="5811838"/>
          </a:xfrm>
        </p:spPr>
        <p:txBody>
          <a:bodyPr vert="eaVert"/>
          <a:lstStyle/>
          <a:p>
            <a:r>
              <a:t>单击此处编辑母版标题样式</a:t>
            </a:r>
          </a:p>
        </p:txBody>
      </p:sp>
      <p:sp>
        <p:nvSpPr>
          <p:cNvPr id="3" name="竖排文字占位符 2">
            <a:extLst>
              <a:ext uri="{FF2B5EF4-FFF2-40B4-BE49-F238E27FC236}">
                <a16:creationId xmlns:a16="http://schemas.microsoft.com/office/drawing/2014/main" id="{6A04E75A-C4D6-CB37-BEC2-62CEA9753075}"/>
              </a:ext>
            </a:extLst>
          </p:cNvPr>
          <p:cNvSpPr>
            <a:spLocks noGrp="1"/>
          </p:cNvSpPr>
          <p:nvPr>
            <p:ph type="body" idx="1"/>
          </p:nvPr>
        </p:nvSpPr>
        <p:spPr>
          <a:xfrm>
            <a:off x="838200" y="365125"/>
            <a:ext cx="7734300" cy="5811838"/>
          </a:xfrm>
        </p:spPr>
        <p:txBody>
          <a:bodyPr vert="eaVert"/>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日期占位符 3">
            <a:extLst>
              <a:ext uri="{FF2B5EF4-FFF2-40B4-BE49-F238E27FC236}">
                <a16:creationId xmlns:a16="http://schemas.microsoft.com/office/drawing/2014/main" id="{750B78BC-3A1B-C600-AC58-E5D089110001}"/>
              </a:ext>
            </a:extLst>
          </p:cNvPr>
          <p:cNvSpPr>
            <a:spLocks noGrp="1"/>
          </p:cNvSpPr>
          <p:nvPr>
            <p:ph type="dt" idx="10"/>
          </p:nvPr>
        </p:nvSpPr>
        <p:spPr/>
        <p:txBody>
          <a:bodyPr/>
          <a:lstStyle/>
          <a:p>
            <a:fld id="{44304C7A-D3E5-434E-AF65-D643B3CDD4DD}" type="datetimeFigureOut">
              <a:t>2026/7/18</a:t>
            </a:fld>
            <a:endParaRPr/>
          </a:p>
        </p:txBody>
      </p:sp>
      <p:sp>
        <p:nvSpPr>
          <p:cNvPr id="5" name="页脚占位符 4">
            <a:extLst>
              <a:ext uri="{FF2B5EF4-FFF2-40B4-BE49-F238E27FC236}">
                <a16:creationId xmlns:a16="http://schemas.microsoft.com/office/drawing/2014/main" id="{B8130CA1-75FB-CA1F-D5F2-D0910D73AA0F}"/>
              </a:ext>
            </a:extLst>
          </p:cNvPr>
          <p:cNvSpPr>
            <a:spLocks noGrp="1"/>
          </p:cNvSpPr>
          <p:nvPr>
            <p:ph type="ftr" idx="11"/>
          </p:nvPr>
        </p:nvSpPr>
        <p:spPr/>
        <p:txBody>
          <a:bodyPr/>
          <a:lstStyle/>
          <a:p>
            <a:endParaRPr/>
          </a:p>
        </p:txBody>
      </p:sp>
      <p:sp>
        <p:nvSpPr>
          <p:cNvPr id="6" name="灯片编号占位符 5">
            <a:extLst>
              <a:ext uri="{FF2B5EF4-FFF2-40B4-BE49-F238E27FC236}">
                <a16:creationId xmlns:a16="http://schemas.microsoft.com/office/drawing/2014/main" id="{20A3920D-816B-CC32-406F-3645D1487B26}"/>
              </a:ext>
            </a:extLst>
          </p:cNvPr>
          <p:cNvSpPr>
            <a:spLocks noGrp="1"/>
          </p:cNvSpPr>
          <p:nvPr>
            <p:ph type="sldNum" idx="12"/>
          </p:nvPr>
        </p:nvSpPr>
        <p:spPr/>
        <p:txBody>
          <a:bodyPr/>
          <a:lstStyle/>
          <a:p>
            <a:fld id="{9830E876-90F7-4A36-9FE4-A4982909ED72}"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封面1">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40D5AA87-13BE-407F-8DA7-A1411B5B4669}"/>
              </a:ext>
            </a:extLst>
          </p:cNvPr>
          <p:cNvSpPr>
            <a:spLocks noGrp="1"/>
          </p:cNvSpPr>
          <p:nvPr/>
        </p:nvSpPr>
        <p:spPr>
          <a:xfrm>
            <a:off x="0" y="1905574"/>
            <a:ext cx="12192000" cy="3696915"/>
          </a:xfrm>
          <a:prstGeom prst="rect">
            <a:avLst/>
          </a:prstGeom>
          <a:solidFill>
            <a:srgbClr val="1D2974"/>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7" name="图片占位符 56">
            <a:extLst>
              <a:ext uri="{FF2B5EF4-FFF2-40B4-BE49-F238E27FC236}">
                <a16:creationId xmlns:a16="http://schemas.microsoft.com/office/drawing/2014/main" id="{2EEF34CB-9EA9-47B9-9984-FA3F4EA99AD6}"/>
              </a:ext>
            </a:extLst>
          </p:cNvPr>
          <p:cNvSpPr>
            <a:spLocks noGrp="1"/>
          </p:cNvSpPr>
          <p:nvPr>
            <p:ph type="pic" idx="11"/>
          </p:nvPr>
        </p:nvSpPr>
        <p:spPr>
          <a:xfrm>
            <a:off x="6659536" y="1905000"/>
            <a:ext cx="5546978" cy="3696912"/>
          </a:xfrm>
          <a:custGeom>
            <a:avLst/>
            <a:gdLst>
              <a:gd name="connsiteX0" fmla="*/ 1608076 w 5532465"/>
              <a:gd name="connsiteY0" fmla="*/ 0 h 3697288"/>
              <a:gd name="connsiteX1" fmla="*/ 5532465 w 5532465"/>
              <a:gd name="connsiteY1" fmla="*/ 0 h 3697288"/>
              <a:gd name="connsiteX2" fmla="*/ 5532465 w 5532465"/>
              <a:gd name="connsiteY2" fmla="*/ 3697288 h 3697288"/>
              <a:gd name="connsiteX3" fmla="*/ 0 w 5532465"/>
              <a:gd name="connsiteY3" fmla="*/ 3697288 h 3697288"/>
            </a:gdLst>
            <a:ahLst/>
            <a:cxnLst/>
            <a:rect l="l" t="t" r="r" b="b"/>
            <a:pathLst>
              <a:path w="5532465" h="3697288">
                <a:moveTo>
                  <a:pt x="1608076" y="0"/>
                </a:moveTo>
                <a:lnTo>
                  <a:pt x="5532465" y="0"/>
                </a:lnTo>
                <a:lnTo>
                  <a:pt x="5532465" y="3697288"/>
                </a:lnTo>
                <a:lnTo>
                  <a:pt x="0" y="3697288"/>
                </a:lnTo>
                <a:close/>
              </a:path>
            </a:pathLst>
          </a:custGeom>
        </p:spPr>
        <p:txBody>
          <a:bodyPr wrap="square">
            <a:noAutofit/>
          </a:bodyPr>
          <a:lstStyle/>
          <a:p>
            <a:endParaRPr/>
          </a:p>
        </p:txBody>
      </p:sp>
      <p:sp>
        <p:nvSpPr>
          <p:cNvPr id="2" name="标题 1">
            <a:extLst>
              <a:ext uri="{FF2B5EF4-FFF2-40B4-BE49-F238E27FC236}">
                <a16:creationId xmlns:a16="http://schemas.microsoft.com/office/drawing/2014/main" id="{B47A1583-2DB8-4B74-9EBE-D62DDBCEE326}"/>
              </a:ext>
            </a:extLst>
          </p:cNvPr>
          <p:cNvSpPr>
            <a:spLocks noGrp="1"/>
          </p:cNvSpPr>
          <p:nvPr>
            <p:ph type="title"/>
          </p:nvPr>
        </p:nvSpPr>
        <p:spPr>
          <a:xfrm>
            <a:off x="659738" y="2423975"/>
            <a:ext cx="6847664" cy="1880879"/>
          </a:xfrm>
        </p:spPr>
        <p:txBody>
          <a:bodyPr lIns="0" tIns="0" anchor="b"/>
          <a:lstStyle>
            <a:lvl1pPr>
              <a:lnSpc>
                <a:spcPct val="100000"/>
              </a:lnSpc>
              <a:buNone/>
              <a:defRPr sz="6000">
                <a:solidFill>
                  <a:schemeClr val="bg1"/>
                </a:solidFill>
              </a:defRPr>
            </a:lvl1pPr>
          </a:lstStyle>
          <a:p>
            <a:r>
              <a:t>单击此处编辑母版标题样式</a:t>
            </a:r>
          </a:p>
        </p:txBody>
      </p:sp>
      <p:sp>
        <p:nvSpPr>
          <p:cNvPr id="3" name="文本占位符 2">
            <a:extLst>
              <a:ext uri="{FF2B5EF4-FFF2-40B4-BE49-F238E27FC236}">
                <a16:creationId xmlns:a16="http://schemas.microsoft.com/office/drawing/2014/main" id="{7777A902-3449-4B64-B0D9-5103D826CA46}"/>
              </a:ext>
            </a:extLst>
          </p:cNvPr>
          <p:cNvSpPr>
            <a:spLocks noGrp="1"/>
          </p:cNvSpPr>
          <p:nvPr>
            <p:ph type="body" idx="1" hasCustomPrompt="1"/>
          </p:nvPr>
        </p:nvSpPr>
        <p:spPr>
          <a:xfrm>
            <a:off x="661014" y="4734601"/>
            <a:ext cx="2357957" cy="354148"/>
          </a:xfrm>
        </p:spPr>
        <p:txBody>
          <a:bodyPr lIns="0"/>
          <a:lstStyle>
            <a:lvl1pPr marL="0" indent="0">
              <a:lnSpc>
                <a:spcPct val="100000"/>
              </a:lnSpc>
              <a:spcBef>
                <a:spcPts val="0"/>
              </a:spcBef>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a:buNone/>
            </a:pPr>
            <a:r>
              <a:t>答辩人：XXXX </a:t>
            </a:r>
          </a:p>
        </p:txBody>
      </p:sp>
      <p:sp>
        <p:nvSpPr>
          <p:cNvPr id="51" name="直接连接符 50">
            <a:extLst>
              <a:ext uri="{FF2B5EF4-FFF2-40B4-BE49-F238E27FC236}">
                <a16:creationId xmlns:a16="http://schemas.microsoft.com/office/drawing/2014/main" id="{36A3864D-1602-4CDC-BCAD-EBE5E97C1277}"/>
              </a:ext>
            </a:extLst>
          </p:cNvPr>
          <p:cNvSpPr>
            <a:spLocks noGrp="1"/>
          </p:cNvSpPr>
          <p:nvPr/>
        </p:nvSpPr>
        <p:spPr>
          <a:xfrm>
            <a:off x="660400" y="4342278"/>
            <a:ext cx="6100164"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sp>
      <p:sp>
        <p:nvSpPr>
          <p:cNvPr id="55" name="文本框 54">
            <a:extLst>
              <a:ext uri="{FF2B5EF4-FFF2-40B4-BE49-F238E27FC236}">
                <a16:creationId xmlns:a16="http://schemas.microsoft.com/office/drawing/2014/main" id="{1997B5BF-49D1-4F5D-AD3B-C03FEB653D2F}"/>
              </a:ext>
            </a:extLst>
          </p:cNvPr>
          <p:cNvSpPr>
            <a:spLocks noGrp="1"/>
          </p:cNvSpPr>
          <p:nvPr/>
        </p:nvSpPr>
        <p:spPr>
          <a:xfrm>
            <a:off x="660400" y="6279802"/>
            <a:ext cx="5976576" cy="369332"/>
          </a:xfrm>
          <a:prstGeom prst="rect">
            <a:avLst/>
          </a:prstGeom>
          <a:noFill/>
        </p:spPr>
        <p:txBody>
          <a:bodyPr wrap="square" lIns="0">
            <a:normAutofit/>
          </a:bodyPr>
          <a:lstStyle/>
          <a:p>
            <a:r>
              <a:rPr>
                <a:solidFill>
                  <a:schemeClr val="bg1">
                    <a:lumMod val="65000"/>
                  </a:schemeClr>
                </a:solidFill>
              </a:rPr>
              <a:t>含弘光大  继往开来 | www.swu.edu.cn</a:t>
            </a:r>
          </a:p>
        </p:txBody>
      </p:sp>
      <p:sp>
        <p:nvSpPr>
          <p:cNvPr id="56" name="文本占位符 2">
            <a:extLst>
              <a:ext uri="{FF2B5EF4-FFF2-40B4-BE49-F238E27FC236}">
                <a16:creationId xmlns:a16="http://schemas.microsoft.com/office/drawing/2014/main" id="{123B1058-7A24-4F42-AF31-4B8701DEF73D}"/>
              </a:ext>
            </a:extLst>
          </p:cNvPr>
          <p:cNvSpPr>
            <a:spLocks noGrp="1"/>
          </p:cNvSpPr>
          <p:nvPr>
            <p:ph type="body" idx="10" hasCustomPrompt="1"/>
          </p:nvPr>
        </p:nvSpPr>
        <p:spPr>
          <a:xfrm>
            <a:off x="3498557" y="4734601"/>
            <a:ext cx="3700529" cy="354148"/>
          </a:xfrm>
        </p:spPr>
        <p:txBody>
          <a:bodyPr lIns="0"/>
          <a:lstStyle>
            <a:lvl1pPr marL="0" indent="0">
              <a:lnSpc>
                <a:spcPct val="100000"/>
              </a:lnSpc>
              <a:spcBef>
                <a:spcPts val="0"/>
              </a:spcBef>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a:buNone/>
            </a:pPr>
            <a:r>
              <a:t>指导老师：XXXX </a:t>
            </a:r>
          </a:p>
        </p:txBody>
      </p:sp>
      <p:pic>
        <p:nvPicPr>
          <p:cNvPr id="66" name="图片 3"/>
          <p:cNvPicPr>
            <a:picLocks noChangeAspect="1"/>
          </p:cNvPicPr>
          <p:nvPr/>
        </p:nvPicPr>
        <p:blipFill>
          <a:blip r:embed="rId2"/>
          <a:stretch>
            <a:fillRect/>
          </a:stretch>
        </p:blipFill>
        <p:spPr>
          <a:xfrm>
            <a:off x="-14514" y="92575"/>
            <a:ext cx="4254005" cy="1794287"/>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封面2">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7B942E2E-7972-4DAE-9641-D6B429DA01CB}"/>
              </a:ext>
            </a:extLst>
          </p:cNvPr>
          <p:cNvSpPr>
            <a:spLocks noGrp="1"/>
          </p:cNvSpPr>
          <p:nvPr/>
        </p:nvSpPr>
        <p:spPr>
          <a:xfrm>
            <a:off x="0" y="3371850"/>
            <a:ext cx="12192000" cy="203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2" name="图片占位符 11">
            <a:extLst>
              <a:ext uri="{FF2B5EF4-FFF2-40B4-BE49-F238E27FC236}">
                <a16:creationId xmlns:a16="http://schemas.microsoft.com/office/drawing/2014/main" id="{686538BA-34C7-40D3-BA9F-CC70D52CE0AA}"/>
              </a:ext>
            </a:extLst>
          </p:cNvPr>
          <p:cNvSpPr>
            <a:spLocks noGrp="1"/>
          </p:cNvSpPr>
          <p:nvPr>
            <p:ph type="pic" idx="10"/>
          </p:nvPr>
        </p:nvSpPr>
        <p:spPr>
          <a:xfrm>
            <a:off x="0" y="0"/>
            <a:ext cx="12192000" cy="3429000"/>
          </a:xfrm>
        </p:spPr>
        <p:txBody>
          <a:bodyPr/>
          <a:lstStyle/>
          <a:p>
            <a:endParaRPr/>
          </a:p>
        </p:txBody>
      </p:sp>
      <p:sp>
        <p:nvSpPr>
          <p:cNvPr id="13" name="标题 1">
            <a:extLst>
              <a:ext uri="{FF2B5EF4-FFF2-40B4-BE49-F238E27FC236}">
                <a16:creationId xmlns:a16="http://schemas.microsoft.com/office/drawing/2014/main" id="{45B43DB5-04C8-40C9-99FC-CCC7D39F974E}"/>
              </a:ext>
            </a:extLst>
          </p:cNvPr>
          <p:cNvSpPr>
            <a:spLocks noGrp="1"/>
          </p:cNvSpPr>
          <p:nvPr>
            <p:ph type="title"/>
          </p:nvPr>
        </p:nvSpPr>
        <p:spPr>
          <a:xfrm>
            <a:off x="659738" y="3975100"/>
            <a:ext cx="10859162" cy="933004"/>
          </a:xfrm>
        </p:spPr>
        <p:txBody>
          <a:bodyPr lIns="0" tIns="0" anchor="b"/>
          <a:lstStyle>
            <a:lvl1pPr algn="ctr">
              <a:lnSpc>
                <a:spcPct val="100000"/>
              </a:lnSpc>
              <a:buNone/>
              <a:defRPr sz="6000">
                <a:solidFill>
                  <a:schemeClr val="accent1"/>
                </a:solidFill>
              </a:defRPr>
            </a:lvl1pPr>
          </a:lstStyle>
          <a:p>
            <a:r>
              <a:t>单击此处编辑母版标题样式</a:t>
            </a:r>
          </a:p>
        </p:txBody>
      </p:sp>
      <p:sp>
        <p:nvSpPr>
          <p:cNvPr id="18" name="内容占位符 17">
            <a:extLst>
              <a:ext uri="{FF2B5EF4-FFF2-40B4-BE49-F238E27FC236}">
                <a16:creationId xmlns:a16="http://schemas.microsoft.com/office/drawing/2014/main" id="{1BC0031E-243D-41AA-BACE-9D58A620B84F}"/>
              </a:ext>
            </a:extLst>
          </p:cNvPr>
          <p:cNvSpPr>
            <a:spLocks noGrp="1"/>
          </p:cNvSpPr>
          <p:nvPr>
            <p:ph idx="12" hasCustomPrompt="1"/>
          </p:nvPr>
        </p:nvSpPr>
        <p:spPr>
          <a:xfrm>
            <a:off x="3114675" y="4960491"/>
            <a:ext cx="5962650" cy="347663"/>
          </a:xfrm>
        </p:spPr>
        <p:txBody>
          <a:bodyPr>
            <a:noAutofit/>
          </a:bodyPr>
          <a:lstStyle>
            <a:lvl1pPr marL="0" indent="0" algn="ctr">
              <a:buNone/>
              <a:defRPr sz="2000">
                <a:solidFill>
                  <a:schemeClr val="bg1">
                    <a:lumMod val="65000"/>
                  </a:schemeClr>
                </a:solidFill>
                <a:latin typeface="+mn-lt"/>
                <a:ea typeface="+mn-lt"/>
                <a:cs typeface="+mn-lt"/>
              </a:defRPr>
            </a:lvl1pPr>
          </a:lstStyle>
          <a:p>
            <a:pPr>
              <a:buNone/>
            </a:pPr>
            <a:r>
              <a:t>请输入英文副标题</a:t>
            </a:r>
          </a:p>
        </p:txBody>
      </p:sp>
      <p:sp>
        <p:nvSpPr>
          <p:cNvPr id="8" name="文本占位符 2">
            <a:extLst>
              <a:ext uri="{FF2B5EF4-FFF2-40B4-BE49-F238E27FC236}">
                <a16:creationId xmlns:a16="http://schemas.microsoft.com/office/drawing/2014/main" id="{625A33DB-FCD6-4966-B9B2-92BE640FA0DC}"/>
              </a:ext>
            </a:extLst>
          </p:cNvPr>
          <p:cNvSpPr>
            <a:spLocks noGrp="1"/>
          </p:cNvSpPr>
          <p:nvPr>
            <p:ph type="body" idx="1" hasCustomPrompt="1"/>
          </p:nvPr>
        </p:nvSpPr>
        <p:spPr>
          <a:xfrm>
            <a:off x="3060691" y="5850432"/>
            <a:ext cx="2357957" cy="354148"/>
          </a:xfrm>
        </p:spPr>
        <p:txBody>
          <a:bodyPr lIns="0"/>
          <a:lstStyle>
            <a:lvl1pPr marL="0" indent="0" algn="ctr">
              <a:lnSpc>
                <a:spcPct val="100000"/>
              </a:lnSpc>
              <a:spcBef>
                <a:spcPts val="0"/>
              </a:spcBef>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a:buNone/>
            </a:pPr>
            <a:r>
              <a:t>答辩人：XXXX </a:t>
            </a:r>
          </a:p>
        </p:txBody>
      </p:sp>
      <p:sp>
        <p:nvSpPr>
          <p:cNvPr id="9" name="文本占位符 2">
            <a:extLst>
              <a:ext uri="{FF2B5EF4-FFF2-40B4-BE49-F238E27FC236}">
                <a16:creationId xmlns:a16="http://schemas.microsoft.com/office/drawing/2014/main" id="{D436BC06-7204-46B7-9AD4-9F4C7D499ABC}"/>
              </a:ext>
            </a:extLst>
          </p:cNvPr>
          <p:cNvSpPr>
            <a:spLocks noGrp="1"/>
          </p:cNvSpPr>
          <p:nvPr>
            <p:ph type="body" idx="11" hasCustomPrompt="1"/>
          </p:nvPr>
        </p:nvSpPr>
        <p:spPr>
          <a:xfrm>
            <a:off x="5898234" y="5850432"/>
            <a:ext cx="3700529" cy="354148"/>
          </a:xfrm>
        </p:spPr>
        <p:txBody>
          <a:bodyPr lIns="0"/>
          <a:lstStyle>
            <a:lvl1pPr marL="0" indent="0" algn="ctr">
              <a:lnSpc>
                <a:spcPct val="100000"/>
              </a:lnSpc>
              <a:spcBef>
                <a:spcPts val="0"/>
              </a:spcBef>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a:buNone/>
            </a:pPr>
            <a:r>
              <a:t>指导老师：XXXX </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目录页（3）">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F9145162-D33E-4F27-A40A-651B9DA7C2F1}"/>
              </a:ext>
            </a:extLst>
          </p:cNvPr>
          <p:cNvSpPr>
            <a:spLocks noGrp="1"/>
          </p:cNvSpPr>
          <p:nvPr/>
        </p:nvSpPr>
        <p:spPr>
          <a:xfrm>
            <a:off x="0" y="-19051"/>
            <a:ext cx="4076700" cy="689614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文本框 6">
            <a:extLst>
              <a:ext uri="{FF2B5EF4-FFF2-40B4-BE49-F238E27FC236}">
                <a16:creationId xmlns:a16="http://schemas.microsoft.com/office/drawing/2014/main" id="{1894372A-B4AF-4DBE-AACB-076138F84883}"/>
              </a:ext>
            </a:extLst>
          </p:cNvPr>
          <p:cNvSpPr>
            <a:spLocks noGrp="1"/>
          </p:cNvSpPr>
          <p:nvPr/>
        </p:nvSpPr>
        <p:spPr>
          <a:xfrm>
            <a:off x="949247" y="1667893"/>
            <a:ext cx="2178207" cy="523220"/>
          </a:xfrm>
          <a:prstGeom prst="rect">
            <a:avLst/>
          </a:prstGeom>
          <a:noFill/>
        </p:spPr>
        <p:txBody>
          <a:bodyPr wrap="square">
            <a:spAutoFit/>
          </a:bodyPr>
          <a:lstStyle/>
          <a:p>
            <a:pPr>
              <a:buNone/>
            </a:pPr>
            <a:r>
              <a:rPr sz="2800">
                <a:solidFill>
                  <a:schemeClr val="bg1"/>
                </a:solidFill>
                <a:latin typeface="+mj-ea"/>
                <a:ea typeface="+mj-ea"/>
                <a:cs typeface="+mj-ea"/>
              </a:rPr>
              <a:t>CONTENT</a:t>
            </a:r>
          </a:p>
        </p:txBody>
      </p:sp>
      <p:pic>
        <p:nvPicPr>
          <p:cNvPr id="99" name="图片 7"/>
          <p:cNvPicPr>
            <a:picLocks noChangeAspect="1"/>
          </p:cNvPicPr>
          <p:nvPr/>
        </p:nvPicPr>
        <p:blipFill>
          <a:blip r:embed="rId2">
            <a:alphaModFix amt="10000"/>
            <a:lum bright="70000" contrast="-70000"/>
          </a:blip>
          <a:stretch>
            <a:fillRect/>
          </a:stretch>
        </p:blipFill>
        <p:spPr>
          <a:xfrm>
            <a:off x="727169" y="0"/>
            <a:ext cx="6856688" cy="6877093"/>
          </a:xfrm>
          <a:prstGeom prst="rect">
            <a:avLst/>
          </a:prstGeom>
        </p:spPr>
      </p:pic>
      <p:sp>
        <p:nvSpPr>
          <p:cNvPr id="10" name="直接连接符 9">
            <a:extLst>
              <a:ext uri="{FF2B5EF4-FFF2-40B4-BE49-F238E27FC236}">
                <a16:creationId xmlns:a16="http://schemas.microsoft.com/office/drawing/2014/main" id="{5367384A-B08C-46B0-AD0A-B2E79B7B6809}"/>
              </a:ext>
            </a:extLst>
          </p:cNvPr>
          <p:cNvSpPr>
            <a:spLocks noGrp="1"/>
          </p:cNvSpPr>
          <p:nvPr/>
        </p:nvSpPr>
        <p:spPr>
          <a:xfrm>
            <a:off x="1622092" y="2409437"/>
            <a:ext cx="832516"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sp>
      <p:sp>
        <p:nvSpPr>
          <p:cNvPr id="11" name="直接连接符 10">
            <a:extLst>
              <a:ext uri="{FF2B5EF4-FFF2-40B4-BE49-F238E27FC236}">
                <a16:creationId xmlns:a16="http://schemas.microsoft.com/office/drawing/2014/main" id="{74F220A6-38FD-4F1A-8204-E217F6CC0FBE}"/>
              </a:ext>
            </a:extLst>
          </p:cNvPr>
          <p:cNvSpPr>
            <a:spLocks noGrp="1"/>
          </p:cNvSpPr>
          <p:nvPr/>
        </p:nvSpPr>
        <p:spPr>
          <a:xfrm>
            <a:off x="1622092" y="2783124"/>
            <a:ext cx="832516"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sp>
      <p:sp>
        <p:nvSpPr>
          <p:cNvPr id="12" name="直接连接符 11">
            <a:extLst>
              <a:ext uri="{FF2B5EF4-FFF2-40B4-BE49-F238E27FC236}">
                <a16:creationId xmlns:a16="http://schemas.microsoft.com/office/drawing/2014/main" id="{5C41201E-F7F3-49C7-BB53-EA58D30654C2}"/>
              </a:ext>
            </a:extLst>
          </p:cNvPr>
          <p:cNvSpPr>
            <a:spLocks noGrp="1"/>
          </p:cNvSpPr>
          <p:nvPr/>
        </p:nvSpPr>
        <p:spPr>
          <a:xfrm>
            <a:off x="1622092" y="3156811"/>
            <a:ext cx="832516"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sp>
      <p:sp>
        <p:nvSpPr>
          <p:cNvPr id="13" name="矩形 12">
            <a:extLst>
              <a:ext uri="{FF2B5EF4-FFF2-40B4-BE49-F238E27FC236}">
                <a16:creationId xmlns:a16="http://schemas.microsoft.com/office/drawing/2014/main" id="{CE77C8D1-71A9-418F-9E7E-B4EE035EFB56}"/>
              </a:ext>
            </a:extLst>
          </p:cNvPr>
          <p:cNvSpPr>
            <a:spLocks noGrp="1"/>
          </p:cNvSpPr>
          <p:nvPr/>
        </p:nvSpPr>
        <p:spPr>
          <a:xfrm>
            <a:off x="930197" y="805954"/>
            <a:ext cx="2216307" cy="830997"/>
          </a:xfrm>
          <a:prstGeom prst="rect">
            <a:avLst/>
          </a:prstGeom>
        </p:spPr>
        <p:txBody>
          <a:bodyPr wrap="square">
            <a:spAutoFit/>
          </a:bodyPr>
          <a:lstStyle/>
          <a:p>
            <a:pPr>
              <a:buNone/>
            </a:pPr>
            <a:r>
              <a:rPr sz="4800" b="1">
                <a:solidFill>
                  <a:schemeClr val="bg1"/>
                </a:solidFill>
                <a:latin typeface="+mj-ea"/>
                <a:ea typeface="+mj-ea"/>
                <a:cs typeface="+mj-ea"/>
              </a:rPr>
              <a:t>目录</a:t>
            </a:r>
          </a:p>
        </p:txBody>
      </p:sp>
      <p:sp>
        <p:nvSpPr>
          <p:cNvPr id="56" name="文本框 55">
            <a:extLst>
              <a:ext uri="{FF2B5EF4-FFF2-40B4-BE49-F238E27FC236}">
                <a16:creationId xmlns:a16="http://schemas.microsoft.com/office/drawing/2014/main" id="{423FB806-DBE0-43C4-96FE-C78F079F36F2}"/>
              </a:ext>
            </a:extLst>
          </p:cNvPr>
          <p:cNvSpPr>
            <a:spLocks noGrp="1"/>
          </p:cNvSpPr>
          <p:nvPr/>
        </p:nvSpPr>
        <p:spPr>
          <a:xfrm>
            <a:off x="6076705" y="1450776"/>
            <a:ext cx="1332543" cy="1200329"/>
          </a:xfrm>
          <a:prstGeom prst="rect">
            <a:avLst/>
          </a:prstGeom>
          <a:noFill/>
        </p:spPr>
        <p:txBody>
          <a:bodyPr wrap="square">
            <a:spAutoFit/>
          </a:bodyPr>
          <a:lstStyle/>
          <a:p>
            <a:r>
              <a:rPr sz="7200" b="0">
                <a:solidFill>
                  <a:srgbClr val="CECECE"/>
                </a:solidFill>
                <a:latin typeface="+mn-lt"/>
                <a:ea typeface="+mn-lt"/>
                <a:cs typeface="+mn-lt"/>
              </a:rPr>
              <a:t>01</a:t>
            </a:r>
          </a:p>
        </p:txBody>
      </p:sp>
      <p:sp>
        <p:nvSpPr>
          <p:cNvPr id="71" name="文本框 70">
            <a:extLst>
              <a:ext uri="{FF2B5EF4-FFF2-40B4-BE49-F238E27FC236}">
                <a16:creationId xmlns:a16="http://schemas.microsoft.com/office/drawing/2014/main" id="{E7D2A166-C962-45E2-A8CC-B184EAD1FFAF}"/>
              </a:ext>
            </a:extLst>
          </p:cNvPr>
          <p:cNvSpPr>
            <a:spLocks noGrp="1"/>
          </p:cNvSpPr>
          <p:nvPr/>
        </p:nvSpPr>
        <p:spPr>
          <a:xfrm>
            <a:off x="0" y="5314097"/>
            <a:ext cx="4076700" cy="646331"/>
          </a:xfrm>
          <a:prstGeom prst="rect">
            <a:avLst/>
          </a:prstGeom>
          <a:noFill/>
        </p:spPr>
        <p:txBody>
          <a:bodyPr wrap="square">
            <a:spAutoFit/>
          </a:bodyPr>
          <a:lstStyle/>
          <a:p>
            <a:pPr algn="ctr">
              <a:buNone/>
            </a:pPr>
            <a:r>
              <a:rPr sz="3600" b="1">
                <a:solidFill>
                  <a:schemeClr val="bg1">
                    <a:alpha val="33000"/>
                  </a:schemeClr>
                </a:solidFill>
              </a:rPr>
              <a:t>含弘光大</a:t>
            </a:r>
          </a:p>
        </p:txBody>
      </p:sp>
      <p:sp>
        <p:nvSpPr>
          <p:cNvPr id="72" name="文本框 71">
            <a:extLst>
              <a:ext uri="{FF2B5EF4-FFF2-40B4-BE49-F238E27FC236}">
                <a16:creationId xmlns:a16="http://schemas.microsoft.com/office/drawing/2014/main" id="{DDA1A0CC-78CD-47E3-BF06-B5C078243759}"/>
              </a:ext>
            </a:extLst>
          </p:cNvPr>
          <p:cNvSpPr>
            <a:spLocks noGrp="1"/>
          </p:cNvSpPr>
          <p:nvPr/>
        </p:nvSpPr>
        <p:spPr>
          <a:xfrm>
            <a:off x="0" y="5997981"/>
            <a:ext cx="4076700" cy="646331"/>
          </a:xfrm>
          <a:prstGeom prst="rect">
            <a:avLst/>
          </a:prstGeom>
          <a:noFill/>
        </p:spPr>
        <p:txBody>
          <a:bodyPr wrap="square">
            <a:spAutoFit/>
          </a:bodyPr>
          <a:lstStyle/>
          <a:p>
            <a:pPr algn="ctr">
              <a:buNone/>
            </a:pPr>
            <a:r>
              <a:rPr sz="3600" b="1">
                <a:solidFill>
                  <a:schemeClr val="bg1">
                    <a:alpha val="33000"/>
                  </a:schemeClr>
                </a:solidFill>
              </a:rPr>
              <a:t>继往开来</a:t>
            </a:r>
          </a:p>
        </p:txBody>
      </p:sp>
      <p:sp>
        <p:nvSpPr>
          <p:cNvPr id="74" name="文本占位符 52">
            <a:extLst>
              <a:ext uri="{FF2B5EF4-FFF2-40B4-BE49-F238E27FC236}">
                <a16:creationId xmlns:a16="http://schemas.microsoft.com/office/drawing/2014/main" id="{32E2AF81-8E31-48D5-AD4A-EBDF33EBA3C5}"/>
              </a:ext>
            </a:extLst>
          </p:cNvPr>
          <p:cNvSpPr>
            <a:spLocks noGrp="1"/>
          </p:cNvSpPr>
          <p:nvPr>
            <p:ph type="body" idx="10" hasCustomPrompt="1"/>
          </p:nvPr>
        </p:nvSpPr>
        <p:spPr>
          <a:xfrm>
            <a:off x="7270707" y="2145520"/>
            <a:ext cx="3524087" cy="386278"/>
          </a:xfrm>
        </p:spPr>
        <p:txBody>
          <a:bodyPr>
            <a:noAutofit/>
          </a:bodyPr>
          <a:lstStyle>
            <a:lvl1pPr marL="0" indent="0" defTabSz="914400">
              <a:lnSpc>
                <a:spcPct val="100000"/>
              </a:lnSpc>
              <a:spcBef>
                <a:spcPts val="1000"/>
              </a:spcBef>
              <a:buFont typeface="Arial"/>
              <a:buNone/>
              <a:defRPr sz="1600" kern="1200">
                <a:solidFill>
                  <a:schemeClr val="bg1">
                    <a:lumMod val="75000"/>
                  </a:schemeClr>
                </a:solidFill>
                <a:latin typeface="+mn-lt"/>
                <a:ea typeface="+mn-lt"/>
                <a:cs typeface="+mn-lt"/>
              </a:defRPr>
            </a:lvl1pPr>
            <a:lvl2pPr marL="457200" indent="0">
              <a:buNone/>
              <a:defRPr/>
            </a:lvl2pPr>
          </a:lstStyle>
          <a:p>
            <a:pPr>
              <a:buNone/>
            </a:pPr>
            <a:r>
              <a:t>PLEASE ENTER ENGLISH TITLE</a:t>
            </a:r>
          </a:p>
        </p:txBody>
      </p:sp>
      <p:sp>
        <p:nvSpPr>
          <p:cNvPr id="86" name="文本占位符 85">
            <a:extLst>
              <a:ext uri="{FF2B5EF4-FFF2-40B4-BE49-F238E27FC236}">
                <a16:creationId xmlns:a16="http://schemas.microsoft.com/office/drawing/2014/main" id="{1DBCF970-960E-45EC-A40D-736A676B8D98}"/>
              </a:ext>
            </a:extLst>
          </p:cNvPr>
          <p:cNvSpPr>
            <a:spLocks noGrp="1"/>
          </p:cNvSpPr>
          <p:nvPr>
            <p:ph type="body" idx="13" hasCustomPrompt="1"/>
          </p:nvPr>
        </p:nvSpPr>
        <p:spPr>
          <a:xfrm>
            <a:off x="7261225" y="1636713"/>
            <a:ext cx="2264633" cy="449148"/>
          </a:xfrm>
        </p:spPr>
        <p:txBody>
          <a:bodyPr>
            <a:noAutofit/>
          </a:bodyPr>
          <a:lstStyle>
            <a:lvl1pPr marL="0" indent="0" defTabSz="914400">
              <a:lnSpc>
                <a:spcPct val="90000"/>
              </a:lnSpc>
              <a:spcBef>
                <a:spcPct val="0"/>
              </a:spcBef>
              <a:buNone/>
              <a:defRPr sz="3600" b="1" kern="1200">
                <a:solidFill>
                  <a:srgbClr val="1D2974"/>
                </a:solidFill>
                <a:latin typeface="+mj-ea"/>
                <a:ea typeface="+mj-ea"/>
                <a:cs typeface="+mj-ea"/>
              </a:defRPr>
            </a:lvl1pPr>
          </a:lstStyle>
          <a:p>
            <a:pPr>
              <a:buNone/>
            </a:pPr>
            <a:r>
              <a:t>章节标题</a:t>
            </a:r>
          </a:p>
        </p:txBody>
      </p:sp>
      <p:sp>
        <p:nvSpPr>
          <p:cNvPr id="89" name="文本框 88">
            <a:extLst>
              <a:ext uri="{FF2B5EF4-FFF2-40B4-BE49-F238E27FC236}">
                <a16:creationId xmlns:a16="http://schemas.microsoft.com/office/drawing/2014/main" id="{F0FB4AA1-702D-4124-AC89-018A851A3B58}"/>
              </a:ext>
            </a:extLst>
          </p:cNvPr>
          <p:cNvSpPr>
            <a:spLocks noGrp="1"/>
          </p:cNvSpPr>
          <p:nvPr/>
        </p:nvSpPr>
        <p:spPr>
          <a:xfrm>
            <a:off x="6076705" y="3047537"/>
            <a:ext cx="1332543" cy="1200329"/>
          </a:xfrm>
          <a:prstGeom prst="rect">
            <a:avLst/>
          </a:prstGeom>
          <a:noFill/>
        </p:spPr>
        <p:txBody>
          <a:bodyPr wrap="square">
            <a:spAutoFit/>
          </a:bodyPr>
          <a:lstStyle/>
          <a:p>
            <a:r>
              <a:rPr sz="7200" b="0">
                <a:solidFill>
                  <a:srgbClr val="CECECE"/>
                </a:solidFill>
                <a:latin typeface="+mn-lt"/>
                <a:ea typeface="+mn-lt"/>
                <a:cs typeface="+mn-lt"/>
              </a:rPr>
              <a:t>02</a:t>
            </a:r>
          </a:p>
        </p:txBody>
      </p:sp>
      <p:sp>
        <p:nvSpPr>
          <p:cNvPr id="90" name="文本占位符 52">
            <a:extLst>
              <a:ext uri="{FF2B5EF4-FFF2-40B4-BE49-F238E27FC236}">
                <a16:creationId xmlns:a16="http://schemas.microsoft.com/office/drawing/2014/main" id="{16576852-006A-42B9-BC5F-68CA3B0E6D6E}"/>
              </a:ext>
            </a:extLst>
          </p:cNvPr>
          <p:cNvSpPr>
            <a:spLocks noGrp="1"/>
          </p:cNvSpPr>
          <p:nvPr>
            <p:ph type="body" idx="14" hasCustomPrompt="1"/>
          </p:nvPr>
        </p:nvSpPr>
        <p:spPr>
          <a:xfrm>
            <a:off x="7270707" y="3742281"/>
            <a:ext cx="3524087" cy="386278"/>
          </a:xfrm>
        </p:spPr>
        <p:txBody>
          <a:bodyPr>
            <a:noAutofit/>
          </a:bodyPr>
          <a:lstStyle>
            <a:lvl1pPr marL="0" indent="0" defTabSz="914400">
              <a:lnSpc>
                <a:spcPct val="100000"/>
              </a:lnSpc>
              <a:spcBef>
                <a:spcPts val="1000"/>
              </a:spcBef>
              <a:buFont typeface="Arial"/>
              <a:buNone/>
              <a:defRPr sz="1600" kern="1200">
                <a:solidFill>
                  <a:schemeClr val="bg1">
                    <a:lumMod val="75000"/>
                  </a:schemeClr>
                </a:solidFill>
                <a:latin typeface="+mn-lt"/>
                <a:ea typeface="+mn-lt"/>
                <a:cs typeface="+mn-lt"/>
              </a:defRPr>
            </a:lvl1pPr>
            <a:lvl2pPr marL="457200" indent="0">
              <a:buNone/>
              <a:defRPr/>
            </a:lvl2pPr>
          </a:lstStyle>
          <a:p>
            <a:pPr>
              <a:buNone/>
            </a:pPr>
            <a:r>
              <a:t>PLEASE ENTER ENGLISH TITLE</a:t>
            </a:r>
          </a:p>
        </p:txBody>
      </p:sp>
      <p:sp>
        <p:nvSpPr>
          <p:cNvPr id="91" name="文本占位符 85">
            <a:extLst>
              <a:ext uri="{FF2B5EF4-FFF2-40B4-BE49-F238E27FC236}">
                <a16:creationId xmlns:a16="http://schemas.microsoft.com/office/drawing/2014/main" id="{CBE0699C-3775-4FC6-A2EC-DA02FCD060B0}"/>
              </a:ext>
            </a:extLst>
          </p:cNvPr>
          <p:cNvSpPr>
            <a:spLocks noGrp="1"/>
          </p:cNvSpPr>
          <p:nvPr>
            <p:ph type="body" idx="15" hasCustomPrompt="1"/>
          </p:nvPr>
        </p:nvSpPr>
        <p:spPr>
          <a:xfrm>
            <a:off x="7261225" y="3233474"/>
            <a:ext cx="2264633" cy="449148"/>
          </a:xfrm>
        </p:spPr>
        <p:txBody>
          <a:bodyPr>
            <a:noAutofit/>
          </a:bodyPr>
          <a:lstStyle>
            <a:lvl1pPr marL="0" indent="0" defTabSz="914400">
              <a:lnSpc>
                <a:spcPct val="90000"/>
              </a:lnSpc>
              <a:spcBef>
                <a:spcPct val="0"/>
              </a:spcBef>
              <a:buNone/>
              <a:defRPr sz="3600" b="1" kern="1200">
                <a:solidFill>
                  <a:srgbClr val="1D2974"/>
                </a:solidFill>
                <a:latin typeface="+mj-ea"/>
                <a:ea typeface="+mj-ea"/>
                <a:cs typeface="+mj-ea"/>
              </a:defRPr>
            </a:lvl1pPr>
          </a:lstStyle>
          <a:p>
            <a:pPr>
              <a:buNone/>
            </a:pPr>
            <a:r>
              <a:t>章节标题</a:t>
            </a:r>
          </a:p>
        </p:txBody>
      </p:sp>
      <p:sp>
        <p:nvSpPr>
          <p:cNvPr id="92" name="文本框 91">
            <a:extLst>
              <a:ext uri="{FF2B5EF4-FFF2-40B4-BE49-F238E27FC236}">
                <a16:creationId xmlns:a16="http://schemas.microsoft.com/office/drawing/2014/main" id="{11C987D3-7C96-4804-8B73-1422A34C724E}"/>
              </a:ext>
            </a:extLst>
          </p:cNvPr>
          <p:cNvSpPr>
            <a:spLocks noGrp="1"/>
          </p:cNvSpPr>
          <p:nvPr/>
        </p:nvSpPr>
        <p:spPr>
          <a:xfrm>
            <a:off x="6076705" y="4526543"/>
            <a:ext cx="1332543" cy="1200329"/>
          </a:xfrm>
          <a:prstGeom prst="rect">
            <a:avLst/>
          </a:prstGeom>
          <a:noFill/>
        </p:spPr>
        <p:txBody>
          <a:bodyPr wrap="square">
            <a:spAutoFit/>
          </a:bodyPr>
          <a:lstStyle/>
          <a:p>
            <a:r>
              <a:rPr sz="7200" b="0">
                <a:solidFill>
                  <a:srgbClr val="CECECE"/>
                </a:solidFill>
                <a:latin typeface="+mn-lt"/>
                <a:ea typeface="+mn-lt"/>
                <a:cs typeface="+mn-lt"/>
              </a:rPr>
              <a:t>03</a:t>
            </a:r>
          </a:p>
        </p:txBody>
      </p:sp>
      <p:sp>
        <p:nvSpPr>
          <p:cNvPr id="93" name="文本占位符 52">
            <a:extLst>
              <a:ext uri="{FF2B5EF4-FFF2-40B4-BE49-F238E27FC236}">
                <a16:creationId xmlns:a16="http://schemas.microsoft.com/office/drawing/2014/main" id="{5D40C9AC-EE61-44A3-A2B8-3652264981CD}"/>
              </a:ext>
            </a:extLst>
          </p:cNvPr>
          <p:cNvSpPr>
            <a:spLocks noGrp="1"/>
          </p:cNvSpPr>
          <p:nvPr>
            <p:ph type="body" idx="16" hasCustomPrompt="1"/>
          </p:nvPr>
        </p:nvSpPr>
        <p:spPr>
          <a:xfrm>
            <a:off x="7270707" y="5221287"/>
            <a:ext cx="3524087" cy="386278"/>
          </a:xfrm>
        </p:spPr>
        <p:txBody>
          <a:bodyPr>
            <a:noAutofit/>
          </a:bodyPr>
          <a:lstStyle>
            <a:lvl1pPr marL="0" indent="0" defTabSz="914400">
              <a:lnSpc>
                <a:spcPct val="100000"/>
              </a:lnSpc>
              <a:spcBef>
                <a:spcPts val="1000"/>
              </a:spcBef>
              <a:buFont typeface="Arial"/>
              <a:buNone/>
              <a:defRPr sz="1600" kern="1200">
                <a:solidFill>
                  <a:schemeClr val="bg1">
                    <a:lumMod val="75000"/>
                  </a:schemeClr>
                </a:solidFill>
                <a:latin typeface="+mn-lt"/>
                <a:ea typeface="+mn-lt"/>
                <a:cs typeface="+mn-lt"/>
              </a:defRPr>
            </a:lvl1pPr>
            <a:lvl2pPr marL="457200" indent="0">
              <a:buNone/>
              <a:defRPr/>
            </a:lvl2pPr>
          </a:lstStyle>
          <a:p>
            <a:pPr>
              <a:buNone/>
            </a:pPr>
            <a:r>
              <a:t>PLEASE ENTER ENGLISH TITLE</a:t>
            </a:r>
          </a:p>
        </p:txBody>
      </p:sp>
      <p:sp>
        <p:nvSpPr>
          <p:cNvPr id="94" name="文本占位符 85">
            <a:extLst>
              <a:ext uri="{FF2B5EF4-FFF2-40B4-BE49-F238E27FC236}">
                <a16:creationId xmlns:a16="http://schemas.microsoft.com/office/drawing/2014/main" id="{39D279A8-9C6A-4F3C-8144-C6D9E8346E14}"/>
              </a:ext>
            </a:extLst>
          </p:cNvPr>
          <p:cNvSpPr>
            <a:spLocks noGrp="1"/>
          </p:cNvSpPr>
          <p:nvPr>
            <p:ph type="body" idx="17" hasCustomPrompt="1"/>
          </p:nvPr>
        </p:nvSpPr>
        <p:spPr>
          <a:xfrm>
            <a:off x="7261225" y="4712480"/>
            <a:ext cx="2264633" cy="449148"/>
          </a:xfrm>
        </p:spPr>
        <p:txBody>
          <a:bodyPr>
            <a:noAutofit/>
          </a:bodyPr>
          <a:lstStyle>
            <a:lvl1pPr marL="0" indent="0" defTabSz="914400">
              <a:lnSpc>
                <a:spcPct val="90000"/>
              </a:lnSpc>
              <a:spcBef>
                <a:spcPct val="0"/>
              </a:spcBef>
              <a:buNone/>
              <a:defRPr sz="3600" b="1" kern="1200">
                <a:solidFill>
                  <a:srgbClr val="1D2974"/>
                </a:solidFill>
                <a:latin typeface="+mj-ea"/>
                <a:ea typeface="+mj-ea"/>
                <a:cs typeface="+mj-ea"/>
              </a:defRPr>
            </a:lvl1pPr>
          </a:lstStyle>
          <a:p>
            <a:pPr>
              <a:buNone/>
            </a:pPr>
            <a:r>
              <a:t>章节标题</a:t>
            </a:r>
          </a:p>
        </p:txBody>
      </p:sp>
      <p:pic>
        <p:nvPicPr>
          <p:cNvPr id="115" name="图片 61"/>
          <p:cNvPicPr>
            <a:picLocks noChangeAspect="1"/>
          </p:cNvPicPr>
          <p:nvPr/>
        </p:nvPicPr>
        <p:blipFill>
          <a:blip r:embed="rId3"/>
          <a:stretch>
            <a:fillRect/>
          </a:stretch>
        </p:blipFill>
        <p:spPr>
          <a:xfrm>
            <a:off x="9032750" y="149150"/>
            <a:ext cx="3101563" cy="1308201"/>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目录页（4）">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28F0890E-18D8-42BD-A583-A1B12811EA48}"/>
              </a:ext>
            </a:extLst>
          </p:cNvPr>
          <p:cNvSpPr>
            <a:spLocks noGrp="1"/>
          </p:cNvSpPr>
          <p:nvPr/>
        </p:nvSpPr>
        <p:spPr>
          <a:xfrm>
            <a:off x="0" y="-19051"/>
            <a:ext cx="4076700" cy="689614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文本框 6">
            <a:extLst>
              <a:ext uri="{FF2B5EF4-FFF2-40B4-BE49-F238E27FC236}">
                <a16:creationId xmlns:a16="http://schemas.microsoft.com/office/drawing/2014/main" id="{56E8AC7E-B765-4B5E-B111-0B8ECCAAB338}"/>
              </a:ext>
            </a:extLst>
          </p:cNvPr>
          <p:cNvSpPr>
            <a:spLocks noGrp="1"/>
          </p:cNvSpPr>
          <p:nvPr/>
        </p:nvSpPr>
        <p:spPr>
          <a:xfrm>
            <a:off x="949247" y="1667893"/>
            <a:ext cx="2178207" cy="523220"/>
          </a:xfrm>
          <a:prstGeom prst="rect">
            <a:avLst/>
          </a:prstGeom>
          <a:noFill/>
        </p:spPr>
        <p:txBody>
          <a:bodyPr wrap="square">
            <a:spAutoFit/>
          </a:bodyPr>
          <a:lstStyle/>
          <a:p>
            <a:pPr>
              <a:buNone/>
            </a:pPr>
            <a:r>
              <a:rPr sz="2800">
                <a:solidFill>
                  <a:schemeClr val="bg1"/>
                </a:solidFill>
                <a:latin typeface="+mj-ea"/>
                <a:ea typeface="+mj-ea"/>
                <a:cs typeface="+mj-ea"/>
              </a:rPr>
              <a:t>CONTENT</a:t>
            </a:r>
          </a:p>
        </p:txBody>
      </p:sp>
      <p:pic>
        <p:nvPicPr>
          <p:cNvPr id="91" name="图片 7"/>
          <p:cNvPicPr>
            <a:picLocks noChangeAspect="1"/>
          </p:cNvPicPr>
          <p:nvPr/>
        </p:nvPicPr>
        <p:blipFill>
          <a:blip r:embed="rId2">
            <a:alphaModFix amt="10000"/>
            <a:lum bright="70000" contrast="-70000"/>
          </a:blip>
          <a:stretch>
            <a:fillRect/>
          </a:stretch>
        </p:blipFill>
        <p:spPr>
          <a:xfrm>
            <a:off x="727169" y="0"/>
            <a:ext cx="6856688" cy="6877093"/>
          </a:xfrm>
          <a:prstGeom prst="rect">
            <a:avLst/>
          </a:prstGeom>
        </p:spPr>
      </p:pic>
      <p:sp>
        <p:nvSpPr>
          <p:cNvPr id="10" name="直接连接符 9">
            <a:extLst>
              <a:ext uri="{FF2B5EF4-FFF2-40B4-BE49-F238E27FC236}">
                <a16:creationId xmlns:a16="http://schemas.microsoft.com/office/drawing/2014/main" id="{48C49451-F7E7-4AD4-B3CF-8C369F3D86D2}"/>
              </a:ext>
            </a:extLst>
          </p:cNvPr>
          <p:cNvSpPr>
            <a:spLocks noGrp="1"/>
          </p:cNvSpPr>
          <p:nvPr/>
        </p:nvSpPr>
        <p:spPr>
          <a:xfrm>
            <a:off x="1622092" y="2409437"/>
            <a:ext cx="832516"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sp>
      <p:sp>
        <p:nvSpPr>
          <p:cNvPr id="11" name="直接连接符 10">
            <a:extLst>
              <a:ext uri="{FF2B5EF4-FFF2-40B4-BE49-F238E27FC236}">
                <a16:creationId xmlns:a16="http://schemas.microsoft.com/office/drawing/2014/main" id="{B9A5988A-6A00-4462-A6E1-67ECE74FA32F}"/>
              </a:ext>
            </a:extLst>
          </p:cNvPr>
          <p:cNvSpPr>
            <a:spLocks noGrp="1"/>
          </p:cNvSpPr>
          <p:nvPr/>
        </p:nvSpPr>
        <p:spPr>
          <a:xfrm>
            <a:off x="1622092" y="2783124"/>
            <a:ext cx="832516"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sp>
      <p:sp>
        <p:nvSpPr>
          <p:cNvPr id="12" name="直接连接符 11">
            <a:extLst>
              <a:ext uri="{FF2B5EF4-FFF2-40B4-BE49-F238E27FC236}">
                <a16:creationId xmlns:a16="http://schemas.microsoft.com/office/drawing/2014/main" id="{39DE64F1-24FE-45CB-8373-4D0A1BF59D30}"/>
              </a:ext>
            </a:extLst>
          </p:cNvPr>
          <p:cNvSpPr>
            <a:spLocks noGrp="1"/>
          </p:cNvSpPr>
          <p:nvPr/>
        </p:nvSpPr>
        <p:spPr>
          <a:xfrm>
            <a:off x="1622092" y="3156811"/>
            <a:ext cx="832516"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sp>
      <p:sp>
        <p:nvSpPr>
          <p:cNvPr id="13" name="矩形 12">
            <a:extLst>
              <a:ext uri="{FF2B5EF4-FFF2-40B4-BE49-F238E27FC236}">
                <a16:creationId xmlns:a16="http://schemas.microsoft.com/office/drawing/2014/main" id="{AC2F8ED2-5C6F-487D-BD53-023516E9461A}"/>
              </a:ext>
            </a:extLst>
          </p:cNvPr>
          <p:cNvSpPr>
            <a:spLocks noGrp="1"/>
          </p:cNvSpPr>
          <p:nvPr/>
        </p:nvSpPr>
        <p:spPr>
          <a:xfrm>
            <a:off x="930197" y="805954"/>
            <a:ext cx="2216307" cy="830997"/>
          </a:xfrm>
          <a:prstGeom prst="rect">
            <a:avLst/>
          </a:prstGeom>
        </p:spPr>
        <p:txBody>
          <a:bodyPr wrap="square">
            <a:spAutoFit/>
          </a:bodyPr>
          <a:lstStyle/>
          <a:p>
            <a:pPr>
              <a:buNone/>
            </a:pPr>
            <a:r>
              <a:rPr sz="4800" b="1">
                <a:solidFill>
                  <a:schemeClr val="bg1"/>
                </a:solidFill>
                <a:latin typeface="+mj-ea"/>
                <a:ea typeface="+mj-ea"/>
                <a:cs typeface="+mj-ea"/>
              </a:rPr>
              <a:t>目录</a:t>
            </a:r>
          </a:p>
        </p:txBody>
      </p:sp>
      <p:sp>
        <p:nvSpPr>
          <p:cNvPr id="56" name="文本框 55">
            <a:extLst>
              <a:ext uri="{FF2B5EF4-FFF2-40B4-BE49-F238E27FC236}">
                <a16:creationId xmlns:a16="http://schemas.microsoft.com/office/drawing/2014/main" id="{B7C22AC3-7D5F-4A01-BAC8-FBC836ED5FF8}"/>
              </a:ext>
            </a:extLst>
          </p:cNvPr>
          <p:cNvSpPr>
            <a:spLocks noGrp="1"/>
          </p:cNvSpPr>
          <p:nvPr/>
        </p:nvSpPr>
        <p:spPr>
          <a:xfrm>
            <a:off x="6076705" y="1184076"/>
            <a:ext cx="1332543" cy="1200329"/>
          </a:xfrm>
          <a:prstGeom prst="rect">
            <a:avLst/>
          </a:prstGeom>
          <a:noFill/>
        </p:spPr>
        <p:txBody>
          <a:bodyPr wrap="square">
            <a:spAutoFit/>
          </a:bodyPr>
          <a:lstStyle/>
          <a:p>
            <a:r>
              <a:rPr sz="7200" b="0">
                <a:solidFill>
                  <a:srgbClr val="CECECE"/>
                </a:solidFill>
                <a:latin typeface="+mn-lt"/>
                <a:ea typeface="+mn-lt"/>
                <a:cs typeface="+mn-lt"/>
              </a:rPr>
              <a:t>01</a:t>
            </a:r>
          </a:p>
        </p:txBody>
      </p:sp>
      <p:sp>
        <p:nvSpPr>
          <p:cNvPr id="71" name="文本框 70">
            <a:extLst>
              <a:ext uri="{FF2B5EF4-FFF2-40B4-BE49-F238E27FC236}">
                <a16:creationId xmlns:a16="http://schemas.microsoft.com/office/drawing/2014/main" id="{8588BA64-D9D0-4711-847F-39974E15EB28}"/>
              </a:ext>
            </a:extLst>
          </p:cNvPr>
          <p:cNvSpPr>
            <a:spLocks noGrp="1"/>
          </p:cNvSpPr>
          <p:nvPr/>
        </p:nvSpPr>
        <p:spPr>
          <a:xfrm>
            <a:off x="0" y="5314097"/>
            <a:ext cx="4076700" cy="646331"/>
          </a:xfrm>
          <a:prstGeom prst="rect">
            <a:avLst/>
          </a:prstGeom>
          <a:noFill/>
        </p:spPr>
        <p:txBody>
          <a:bodyPr wrap="square">
            <a:spAutoFit/>
          </a:bodyPr>
          <a:lstStyle/>
          <a:p>
            <a:pPr algn="ctr">
              <a:buNone/>
            </a:pPr>
            <a:r>
              <a:rPr sz="3600" b="1">
                <a:solidFill>
                  <a:schemeClr val="bg1">
                    <a:alpha val="33000"/>
                  </a:schemeClr>
                </a:solidFill>
              </a:rPr>
              <a:t>含弘光大</a:t>
            </a:r>
          </a:p>
        </p:txBody>
      </p:sp>
      <p:sp>
        <p:nvSpPr>
          <p:cNvPr id="72" name="文本框 71">
            <a:extLst>
              <a:ext uri="{FF2B5EF4-FFF2-40B4-BE49-F238E27FC236}">
                <a16:creationId xmlns:a16="http://schemas.microsoft.com/office/drawing/2014/main" id="{49C3481E-4178-45AC-BB73-5C5144455191}"/>
              </a:ext>
            </a:extLst>
          </p:cNvPr>
          <p:cNvSpPr>
            <a:spLocks noGrp="1"/>
          </p:cNvSpPr>
          <p:nvPr/>
        </p:nvSpPr>
        <p:spPr>
          <a:xfrm>
            <a:off x="0" y="5997981"/>
            <a:ext cx="4076700" cy="646331"/>
          </a:xfrm>
          <a:prstGeom prst="rect">
            <a:avLst/>
          </a:prstGeom>
          <a:noFill/>
        </p:spPr>
        <p:txBody>
          <a:bodyPr wrap="square">
            <a:spAutoFit/>
          </a:bodyPr>
          <a:lstStyle/>
          <a:p>
            <a:pPr algn="ctr">
              <a:buNone/>
            </a:pPr>
            <a:r>
              <a:rPr sz="3600" b="1">
                <a:solidFill>
                  <a:schemeClr val="bg1">
                    <a:alpha val="33000"/>
                  </a:schemeClr>
                </a:solidFill>
              </a:rPr>
              <a:t>继往开来</a:t>
            </a:r>
          </a:p>
        </p:txBody>
      </p:sp>
      <p:sp>
        <p:nvSpPr>
          <p:cNvPr id="74" name="文本占位符 52">
            <a:extLst>
              <a:ext uri="{FF2B5EF4-FFF2-40B4-BE49-F238E27FC236}">
                <a16:creationId xmlns:a16="http://schemas.microsoft.com/office/drawing/2014/main" id="{8CA3FD99-FF6A-4B8E-8D7D-D77F4CAB8A1C}"/>
              </a:ext>
            </a:extLst>
          </p:cNvPr>
          <p:cNvSpPr>
            <a:spLocks noGrp="1"/>
          </p:cNvSpPr>
          <p:nvPr>
            <p:ph type="body" idx="10" hasCustomPrompt="1"/>
          </p:nvPr>
        </p:nvSpPr>
        <p:spPr>
          <a:xfrm>
            <a:off x="7270707" y="1878820"/>
            <a:ext cx="3524087" cy="386278"/>
          </a:xfrm>
        </p:spPr>
        <p:txBody>
          <a:bodyPr>
            <a:noAutofit/>
          </a:bodyPr>
          <a:lstStyle>
            <a:lvl1pPr marL="0" indent="0" defTabSz="914400">
              <a:lnSpc>
                <a:spcPct val="100000"/>
              </a:lnSpc>
              <a:spcBef>
                <a:spcPts val="1000"/>
              </a:spcBef>
              <a:buFont typeface="Arial"/>
              <a:buNone/>
              <a:defRPr sz="1600" kern="1200">
                <a:solidFill>
                  <a:schemeClr val="bg1">
                    <a:lumMod val="75000"/>
                  </a:schemeClr>
                </a:solidFill>
                <a:latin typeface="+mn-lt"/>
                <a:ea typeface="+mn-lt"/>
                <a:cs typeface="+mn-lt"/>
              </a:defRPr>
            </a:lvl1pPr>
            <a:lvl2pPr marL="457200" indent="0">
              <a:buNone/>
              <a:defRPr/>
            </a:lvl2pPr>
          </a:lstStyle>
          <a:p>
            <a:pPr>
              <a:buNone/>
            </a:pPr>
            <a:r>
              <a:t>PLEASE ENTER ENGLISH TITLE</a:t>
            </a:r>
          </a:p>
        </p:txBody>
      </p:sp>
      <p:sp>
        <p:nvSpPr>
          <p:cNvPr id="86" name="文本占位符 85">
            <a:extLst>
              <a:ext uri="{FF2B5EF4-FFF2-40B4-BE49-F238E27FC236}">
                <a16:creationId xmlns:a16="http://schemas.microsoft.com/office/drawing/2014/main" id="{78ECCCE4-24B2-4A7A-AF41-DD2ED605DBAF}"/>
              </a:ext>
            </a:extLst>
          </p:cNvPr>
          <p:cNvSpPr>
            <a:spLocks noGrp="1"/>
          </p:cNvSpPr>
          <p:nvPr>
            <p:ph type="body" idx="13" hasCustomPrompt="1"/>
          </p:nvPr>
        </p:nvSpPr>
        <p:spPr>
          <a:xfrm>
            <a:off x="7261225" y="1370013"/>
            <a:ext cx="2264633" cy="449148"/>
          </a:xfrm>
        </p:spPr>
        <p:txBody>
          <a:bodyPr>
            <a:noAutofit/>
          </a:bodyPr>
          <a:lstStyle>
            <a:lvl1pPr marL="0" indent="0" defTabSz="914400">
              <a:lnSpc>
                <a:spcPct val="90000"/>
              </a:lnSpc>
              <a:spcBef>
                <a:spcPct val="0"/>
              </a:spcBef>
              <a:buNone/>
              <a:defRPr sz="3600" b="1" kern="1200">
                <a:solidFill>
                  <a:srgbClr val="1D2974"/>
                </a:solidFill>
                <a:latin typeface="+mj-ea"/>
                <a:ea typeface="+mj-ea"/>
                <a:cs typeface="+mj-ea"/>
              </a:defRPr>
            </a:lvl1pPr>
          </a:lstStyle>
          <a:p>
            <a:pPr>
              <a:buNone/>
            </a:pPr>
            <a:r>
              <a:t>章节标题</a:t>
            </a:r>
          </a:p>
        </p:txBody>
      </p:sp>
      <p:sp>
        <p:nvSpPr>
          <p:cNvPr id="62" name="文本框 61">
            <a:extLst>
              <a:ext uri="{FF2B5EF4-FFF2-40B4-BE49-F238E27FC236}">
                <a16:creationId xmlns:a16="http://schemas.microsoft.com/office/drawing/2014/main" id="{755AF5B8-44CD-468D-8C35-9D70636FFD4B}"/>
              </a:ext>
            </a:extLst>
          </p:cNvPr>
          <p:cNvSpPr>
            <a:spLocks noGrp="1"/>
          </p:cNvSpPr>
          <p:nvPr/>
        </p:nvSpPr>
        <p:spPr>
          <a:xfrm>
            <a:off x="6076705" y="2537776"/>
            <a:ext cx="1332543" cy="1200329"/>
          </a:xfrm>
          <a:prstGeom prst="rect">
            <a:avLst/>
          </a:prstGeom>
          <a:noFill/>
        </p:spPr>
        <p:txBody>
          <a:bodyPr wrap="square">
            <a:spAutoFit/>
          </a:bodyPr>
          <a:lstStyle/>
          <a:p>
            <a:r>
              <a:rPr sz="7200" b="0">
                <a:solidFill>
                  <a:srgbClr val="CECECE"/>
                </a:solidFill>
                <a:latin typeface="+mn-lt"/>
                <a:ea typeface="+mn-lt"/>
                <a:cs typeface="+mn-lt"/>
              </a:rPr>
              <a:t>02</a:t>
            </a:r>
          </a:p>
        </p:txBody>
      </p:sp>
      <p:sp>
        <p:nvSpPr>
          <p:cNvPr id="63" name="文本占位符 52">
            <a:extLst>
              <a:ext uri="{FF2B5EF4-FFF2-40B4-BE49-F238E27FC236}">
                <a16:creationId xmlns:a16="http://schemas.microsoft.com/office/drawing/2014/main" id="{F071F28E-70B0-4E37-9B5C-A734485125AC}"/>
              </a:ext>
            </a:extLst>
          </p:cNvPr>
          <p:cNvSpPr>
            <a:spLocks noGrp="1"/>
          </p:cNvSpPr>
          <p:nvPr>
            <p:ph type="body" idx="14" hasCustomPrompt="1"/>
          </p:nvPr>
        </p:nvSpPr>
        <p:spPr>
          <a:xfrm>
            <a:off x="7270707" y="3231002"/>
            <a:ext cx="3524087" cy="386278"/>
          </a:xfrm>
        </p:spPr>
        <p:txBody>
          <a:bodyPr>
            <a:noAutofit/>
          </a:bodyPr>
          <a:lstStyle>
            <a:lvl1pPr marL="0" indent="0" defTabSz="914400">
              <a:lnSpc>
                <a:spcPct val="100000"/>
              </a:lnSpc>
              <a:spcBef>
                <a:spcPts val="1000"/>
              </a:spcBef>
              <a:buFont typeface="Arial"/>
              <a:buNone/>
              <a:defRPr sz="1600" kern="1200">
                <a:solidFill>
                  <a:schemeClr val="bg1">
                    <a:lumMod val="75000"/>
                  </a:schemeClr>
                </a:solidFill>
                <a:latin typeface="+mn-lt"/>
                <a:ea typeface="+mn-lt"/>
                <a:cs typeface="+mn-lt"/>
              </a:defRPr>
            </a:lvl1pPr>
            <a:lvl2pPr marL="457200" indent="0">
              <a:buNone/>
              <a:defRPr/>
            </a:lvl2pPr>
          </a:lstStyle>
          <a:p>
            <a:pPr>
              <a:buNone/>
            </a:pPr>
            <a:r>
              <a:t>PLEASE ENTER ENGLISH TITLE</a:t>
            </a:r>
          </a:p>
        </p:txBody>
      </p:sp>
      <p:sp>
        <p:nvSpPr>
          <p:cNvPr id="64" name="文本占位符 85">
            <a:extLst>
              <a:ext uri="{FF2B5EF4-FFF2-40B4-BE49-F238E27FC236}">
                <a16:creationId xmlns:a16="http://schemas.microsoft.com/office/drawing/2014/main" id="{F04F40BE-EFA7-4B35-A035-71EA120EB721}"/>
              </a:ext>
            </a:extLst>
          </p:cNvPr>
          <p:cNvSpPr>
            <a:spLocks noGrp="1"/>
          </p:cNvSpPr>
          <p:nvPr>
            <p:ph type="body" idx="15" hasCustomPrompt="1"/>
          </p:nvPr>
        </p:nvSpPr>
        <p:spPr>
          <a:xfrm>
            <a:off x="7261225" y="2722195"/>
            <a:ext cx="2264633" cy="449148"/>
          </a:xfrm>
        </p:spPr>
        <p:txBody>
          <a:bodyPr>
            <a:noAutofit/>
          </a:bodyPr>
          <a:lstStyle>
            <a:lvl1pPr marL="0" indent="0" defTabSz="914400">
              <a:lnSpc>
                <a:spcPct val="90000"/>
              </a:lnSpc>
              <a:spcBef>
                <a:spcPct val="0"/>
              </a:spcBef>
              <a:buNone/>
              <a:defRPr sz="3600" b="1" kern="1200">
                <a:solidFill>
                  <a:srgbClr val="1D2974"/>
                </a:solidFill>
                <a:latin typeface="+mj-ea"/>
                <a:ea typeface="+mj-ea"/>
                <a:cs typeface="+mj-ea"/>
              </a:defRPr>
            </a:lvl1pPr>
          </a:lstStyle>
          <a:p>
            <a:pPr>
              <a:buNone/>
            </a:pPr>
            <a:r>
              <a:t>章节标题</a:t>
            </a:r>
          </a:p>
        </p:txBody>
      </p:sp>
      <p:sp>
        <p:nvSpPr>
          <p:cNvPr id="73" name="文本框 72">
            <a:extLst>
              <a:ext uri="{FF2B5EF4-FFF2-40B4-BE49-F238E27FC236}">
                <a16:creationId xmlns:a16="http://schemas.microsoft.com/office/drawing/2014/main" id="{077A740D-F6CE-425B-9D9E-93F2486959CC}"/>
              </a:ext>
            </a:extLst>
          </p:cNvPr>
          <p:cNvSpPr>
            <a:spLocks noGrp="1"/>
          </p:cNvSpPr>
          <p:nvPr/>
        </p:nvSpPr>
        <p:spPr>
          <a:xfrm>
            <a:off x="6076705" y="3891476"/>
            <a:ext cx="1332543" cy="1200329"/>
          </a:xfrm>
          <a:prstGeom prst="rect">
            <a:avLst/>
          </a:prstGeom>
          <a:noFill/>
        </p:spPr>
        <p:txBody>
          <a:bodyPr wrap="square">
            <a:spAutoFit/>
          </a:bodyPr>
          <a:lstStyle/>
          <a:p>
            <a:r>
              <a:rPr sz="7200" b="0">
                <a:solidFill>
                  <a:srgbClr val="CECECE"/>
                </a:solidFill>
                <a:latin typeface="+mn-lt"/>
                <a:ea typeface="+mn-lt"/>
                <a:cs typeface="+mn-lt"/>
              </a:rPr>
              <a:t>03</a:t>
            </a:r>
          </a:p>
        </p:txBody>
      </p:sp>
      <p:sp>
        <p:nvSpPr>
          <p:cNvPr id="75" name="文本占位符 52">
            <a:extLst>
              <a:ext uri="{FF2B5EF4-FFF2-40B4-BE49-F238E27FC236}">
                <a16:creationId xmlns:a16="http://schemas.microsoft.com/office/drawing/2014/main" id="{A70D4D17-EBCC-4DF7-B500-A5ED828A3669}"/>
              </a:ext>
            </a:extLst>
          </p:cNvPr>
          <p:cNvSpPr>
            <a:spLocks noGrp="1"/>
          </p:cNvSpPr>
          <p:nvPr>
            <p:ph type="body" idx="16" hasCustomPrompt="1"/>
          </p:nvPr>
        </p:nvSpPr>
        <p:spPr>
          <a:xfrm>
            <a:off x="7270707" y="4614282"/>
            <a:ext cx="3524087" cy="386278"/>
          </a:xfrm>
        </p:spPr>
        <p:txBody>
          <a:bodyPr>
            <a:noAutofit/>
          </a:bodyPr>
          <a:lstStyle>
            <a:lvl1pPr marL="0" indent="0" defTabSz="914400">
              <a:lnSpc>
                <a:spcPct val="100000"/>
              </a:lnSpc>
              <a:spcBef>
                <a:spcPts val="1000"/>
              </a:spcBef>
              <a:buFont typeface="Arial"/>
              <a:buNone/>
              <a:defRPr sz="1600" kern="1200">
                <a:solidFill>
                  <a:schemeClr val="bg1">
                    <a:lumMod val="75000"/>
                  </a:schemeClr>
                </a:solidFill>
                <a:latin typeface="+mn-lt"/>
                <a:ea typeface="+mn-lt"/>
                <a:cs typeface="+mn-lt"/>
              </a:defRPr>
            </a:lvl1pPr>
            <a:lvl2pPr marL="457200" indent="0">
              <a:buNone/>
              <a:defRPr/>
            </a:lvl2pPr>
          </a:lstStyle>
          <a:p>
            <a:pPr>
              <a:buNone/>
            </a:pPr>
            <a:r>
              <a:t>PLEASE ENTER ENGLISH TITLE</a:t>
            </a:r>
          </a:p>
        </p:txBody>
      </p:sp>
      <p:sp>
        <p:nvSpPr>
          <p:cNvPr id="76" name="文本占位符 85">
            <a:extLst>
              <a:ext uri="{FF2B5EF4-FFF2-40B4-BE49-F238E27FC236}">
                <a16:creationId xmlns:a16="http://schemas.microsoft.com/office/drawing/2014/main" id="{965E12DA-18C6-4D50-B758-E024AA1BCF11}"/>
              </a:ext>
            </a:extLst>
          </p:cNvPr>
          <p:cNvSpPr>
            <a:spLocks noGrp="1"/>
          </p:cNvSpPr>
          <p:nvPr>
            <p:ph type="body" idx="17" hasCustomPrompt="1"/>
          </p:nvPr>
        </p:nvSpPr>
        <p:spPr>
          <a:xfrm>
            <a:off x="7261225" y="4105475"/>
            <a:ext cx="2264633" cy="449148"/>
          </a:xfrm>
        </p:spPr>
        <p:txBody>
          <a:bodyPr>
            <a:noAutofit/>
          </a:bodyPr>
          <a:lstStyle>
            <a:lvl1pPr marL="0" indent="0" defTabSz="914400">
              <a:lnSpc>
                <a:spcPct val="90000"/>
              </a:lnSpc>
              <a:spcBef>
                <a:spcPct val="0"/>
              </a:spcBef>
              <a:buNone/>
              <a:defRPr sz="3600" b="1" kern="1200">
                <a:solidFill>
                  <a:srgbClr val="1D2974"/>
                </a:solidFill>
                <a:latin typeface="+mj-ea"/>
                <a:ea typeface="+mj-ea"/>
                <a:cs typeface="+mj-ea"/>
              </a:defRPr>
            </a:lvl1pPr>
          </a:lstStyle>
          <a:p>
            <a:pPr>
              <a:buNone/>
            </a:pPr>
            <a:r>
              <a:t>章节标题</a:t>
            </a:r>
          </a:p>
        </p:txBody>
      </p:sp>
      <p:sp>
        <p:nvSpPr>
          <p:cNvPr id="77" name="文本框 76">
            <a:extLst>
              <a:ext uri="{FF2B5EF4-FFF2-40B4-BE49-F238E27FC236}">
                <a16:creationId xmlns:a16="http://schemas.microsoft.com/office/drawing/2014/main" id="{0AD3836B-9EDB-4850-AC11-39D55FB1BF74}"/>
              </a:ext>
            </a:extLst>
          </p:cNvPr>
          <p:cNvSpPr>
            <a:spLocks noGrp="1"/>
          </p:cNvSpPr>
          <p:nvPr/>
        </p:nvSpPr>
        <p:spPr>
          <a:xfrm>
            <a:off x="6076705" y="5245176"/>
            <a:ext cx="1332543" cy="1200329"/>
          </a:xfrm>
          <a:prstGeom prst="rect">
            <a:avLst/>
          </a:prstGeom>
          <a:noFill/>
        </p:spPr>
        <p:txBody>
          <a:bodyPr wrap="square">
            <a:spAutoFit/>
          </a:bodyPr>
          <a:lstStyle/>
          <a:p>
            <a:r>
              <a:rPr sz="7200" b="0">
                <a:solidFill>
                  <a:srgbClr val="CECECE"/>
                </a:solidFill>
                <a:latin typeface="+mn-lt"/>
                <a:ea typeface="+mn-lt"/>
                <a:cs typeface="+mn-lt"/>
              </a:rPr>
              <a:t>04</a:t>
            </a:r>
          </a:p>
        </p:txBody>
      </p:sp>
      <p:sp>
        <p:nvSpPr>
          <p:cNvPr id="78" name="文本占位符 52">
            <a:extLst>
              <a:ext uri="{FF2B5EF4-FFF2-40B4-BE49-F238E27FC236}">
                <a16:creationId xmlns:a16="http://schemas.microsoft.com/office/drawing/2014/main" id="{C1E06D68-216C-4199-834E-63D2D48E6551}"/>
              </a:ext>
            </a:extLst>
          </p:cNvPr>
          <p:cNvSpPr>
            <a:spLocks noGrp="1"/>
          </p:cNvSpPr>
          <p:nvPr>
            <p:ph type="body" idx="18" hasCustomPrompt="1"/>
          </p:nvPr>
        </p:nvSpPr>
        <p:spPr>
          <a:xfrm>
            <a:off x="7270707" y="5939920"/>
            <a:ext cx="3524087" cy="386278"/>
          </a:xfrm>
        </p:spPr>
        <p:txBody>
          <a:bodyPr>
            <a:noAutofit/>
          </a:bodyPr>
          <a:lstStyle>
            <a:lvl1pPr marL="0" indent="0" defTabSz="914400">
              <a:lnSpc>
                <a:spcPct val="100000"/>
              </a:lnSpc>
              <a:spcBef>
                <a:spcPts val="1000"/>
              </a:spcBef>
              <a:buFont typeface="Arial"/>
              <a:buNone/>
              <a:defRPr sz="1600" kern="1200">
                <a:solidFill>
                  <a:schemeClr val="bg1">
                    <a:lumMod val="75000"/>
                  </a:schemeClr>
                </a:solidFill>
                <a:latin typeface="+mn-lt"/>
                <a:ea typeface="+mn-lt"/>
                <a:cs typeface="+mn-lt"/>
              </a:defRPr>
            </a:lvl1pPr>
            <a:lvl2pPr marL="457200" indent="0">
              <a:buNone/>
              <a:defRPr/>
            </a:lvl2pPr>
          </a:lstStyle>
          <a:p>
            <a:pPr>
              <a:buNone/>
            </a:pPr>
            <a:r>
              <a:t>PLEASE ENTER ENGLISH TITLE</a:t>
            </a:r>
          </a:p>
        </p:txBody>
      </p:sp>
      <p:sp>
        <p:nvSpPr>
          <p:cNvPr id="79" name="文本占位符 85">
            <a:extLst>
              <a:ext uri="{FF2B5EF4-FFF2-40B4-BE49-F238E27FC236}">
                <a16:creationId xmlns:a16="http://schemas.microsoft.com/office/drawing/2014/main" id="{A6AC61B4-092A-4D9A-92DD-82CD4124F781}"/>
              </a:ext>
            </a:extLst>
          </p:cNvPr>
          <p:cNvSpPr>
            <a:spLocks noGrp="1"/>
          </p:cNvSpPr>
          <p:nvPr>
            <p:ph type="body" idx="19" hasCustomPrompt="1"/>
          </p:nvPr>
        </p:nvSpPr>
        <p:spPr>
          <a:xfrm>
            <a:off x="7261225" y="5431113"/>
            <a:ext cx="2264633" cy="449148"/>
          </a:xfrm>
        </p:spPr>
        <p:txBody>
          <a:bodyPr>
            <a:noAutofit/>
          </a:bodyPr>
          <a:lstStyle>
            <a:lvl1pPr marL="0" indent="0" defTabSz="914400">
              <a:lnSpc>
                <a:spcPct val="90000"/>
              </a:lnSpc>
              <a:spcBef>
                <a:spcPct val="0"/>
              </a:spcBef>
              <a:buNone/>
              <a:defRPr sz="3600" b="1" kern="1200">
                <a:solidFill>
                  <a:srgbClr val="1D2974"/>
                </a:solidFill>
                <a:latin typeface="+mj-ea"/>
                <a:ea typeface="+mj-ea"/>
                <a:cs typeface="+mj-ea"/>
              </a:defRPr>
            </a:lvl1pPr>
          </a:lstStyle>
          <a:p>
            <a:pPr>
              <a:buNone/>
            </a:pPr>
            <a:r>
              <a:t>章节标题</a:t>
            </a:r>
          </a:p>
        </p:txBody>
      </p:sp>
      <p:pic>
        <p:nvPicPr>
          <p:cNvPr id="110" name="图片 64"/>
          <p:cNvPicPr>
            <a:picLocks noChangeAspect="1"/>
          </p:cNvPicPr>
          <p:nvPr/>
        </p:nvPicPr>
        <p:blipFill>
          <a:blip r:embed="rId3"/>
          <a:stretch>
            <a:fillRect/>
          </a:stretch>
        </p:blipFill>
        <p:spPr>
          <a:xfrm>
            <a:off x="9032750" y="149150"/>
            <a:ext cx="3101563" cy="1308201"/>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目录页（5）">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E8EC1E23-E4FE-486B-902B-F1743A63B545}"/>
              </a:ext>
            </a:extLst>
          </p:cNvPr>
          <p:cNvSpPr>
            <a:spLocks noGrp="1"/>
          </p:cNvSpPr>
          <p:nvPr/>
        </p:nvSpPr>
        <p:spPr>
          <a:xfrm>
            <a:off x="0" y="-19051"/>
            <a:ext cx="4076700" cy="689614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文本框 6">
            <a:extLst>
              <a:ext uri="{FF2B5EF4-FFF2-40B4-BE49-F238E27FC236}">
                <a16:creationId xmlns:a16="http://schemas.microsoft.com/office/drawing/2014/main" id="{65030630-0D37-48EB-8F4D-13F6ADFAD09F}"/>
              </a:ext>
            </a:extLst>
          </p:cNvPr>
          <p:cNvSpPr>
            <a:spLocks noGrp="1"/>
          </p:cNvSpPr>
          <p:nvPr/>
        </p:nvSpPr>
        <p:spPr>
          <a:xfrm>
            <a:off x="949247" y="1667893"/>
            <a:ext cx="2178207" cy="523220"/>
          </a:xfrm>
          <a:prstGeom prst="rect">
            <a:avLst/>
          </a:prstGeom>
          <a:noFill/>
        </p:spPr>
        <p:txBody>
          <a:bodyPr wrap="square">
            <a:spAutoFit/>
          </a:bodyPr>
          <a:lstStyle/>
          <a:p>
            <a:pPr>
              <a:buNone/>
            </a:pPr>
            <a:r>
              <a:rPr sz="2800">
                <a:solidFill>
                  <a:schemeClr val="bg1"/>
                </a:solidFill>
                <a:latin typeface="+mj-ea"/>
                <a:ea typeface="+mj-ea"/>
                <a:cs typeface="+mj-ea"/>
              </a:rPr>
              <a:t>CONTENT</a:t>
            </a:r>
          </a:p>
        </p:txBody>
      </p:sp>
      <p:pic>
        <p:nvPicPr>
          <p:cNvPr id="91" name="图片 7"/>
          <p:cNvPicPr>
            <a:picLocks noChangeAspect="1"/>
          </p:cNvPicPr>
          <p:nvPr/>
        </p:nvPicPr>
        <p:blipFill>
          <a:blip r:embed="rId2">
            <a:alphaModFix amt="10000"/>
            <a:lum bright="70000" contrast="-70000"/>
          </a:blip>
          <a:stretch>
            <a:fillRect/>
          </a:stretch>
        </p:blipFill>
        <p:spPr>
          <a:xfrm>
            <a:off x="727169" y="0"/>
            <a:ext cx="6856688" cy="6877093"/>
          </a:xfrm>
          <a:prstGeom prst="rect">
            <a:avLst/>
          </a:prstGeom>
        </p:spPr>
      </p:pic>
      <p:sp>
        <p:nvSpPr>
          <p:cNvPr id="10" name="直接连接符 9">
            <a:extLst>
              <a:ext uri="{FF2B5EF4-FFF2-40B4-BE49-F238E27FC236}">
                <a16:creationId xmlns:a16="http://schemas.microsoft.com/office/drawing/2014/main" id="{3F7199C3-5FD1-45D4-9C26-262E53BC3463}"/>
              </a:ext>
            </a:extLst>
          </p:cNvPr>
          <p:cNvSpPr>
            <a:spLocks noGrp="1"/>
          </p:cNvSpPr>
          <p:nvPr/>
        </p:nvSpPr>
        <p:spPr>
          <a:xfrm>
            <a:off x="1622092" y="2409437"/>
            <a:ext cx="832516"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sp>
      <p:sp>
        <p:nvSpPr>
          <p:cNvPr id="11" name="直接连接符 10">
            <a:extLst>
              <a:ext uri="{FF2B5EF4-FFF2-40B4-BE49-F238E27FC236}">
                <a16:creationId xmlns:a16="http://schemas.microsoft.com/office/drawing/2014/main" id="{458AD302-570F-448F-9B02-B455C5968D55}"/>
              </a:ext>
            </a:extLst>
          </p:cNvPr>
          <p:cNvSpPr>
            <a:spLocks noGrp="1"/>
          </p:cNvSpPr>
          <p:nvPr/>
        </p:nvSpPr>
        <p:spPr>
          <a:xfrm>
            <a:off x="1622092" y="2783124"/>
            <a:ext cx="832516"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sp>
      <p:sp>
        <p:nvSpPr>
          <p:cNvPr id="12" name="直接连接符 11">
            <a:extLst>
              <a:ext uri="{FF2B5EF4-FFF2-40B4-BE49-F238E27FC236}">
                <a16:creationId xmlns:a16="http://schemas.microsoft.com/office/drawing/2014/main" id="{93F076F3-74E5-4933-8EE9-E895B8A40C17}"/>
              </a:ext>
            </a:extLst>
          </p:cNvPr>
          <p:cNvSpPr>
            <a:spLocks noGrp="1"/>
          </p:cNvSpPr>
          <p:nvPr/>
        </p:nvSpPr>
        <p:spPr>
          <a:xfrm>
            <a:off x="1622092" y="3156811"/>
            <a:ext cx="832516"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sp>
      <p:sp>
        <p:nvSpPr>
          <p:cNvPr id="13" name="矩形 12">
            <a:extLst>
              <a:ext uri="{FF2B5EF4-FFF2-40B4-BE49-F238E27FC236}">
                <a16:creationId xmlns:a16="http://schemas.microsoft.com/office/drawing/2014/main" id="{F712EC8F-0970-4392-8955-587C6D160CA4}"/>
              </a:ext>
            </a:extLst>
          </p:cNvPr>
          <p:cNvSpPr>
            <a:spLocks noGrp="1"/>
          </p:cNvSpPr>
          <p:nvPr/>
        </p:nvSpPr>
        <p:spPr>
          <a:xfrm>
            <a:off x="930197" y="805954"/>
            <a:ext cx="2216307" cy="830997"/>
          </a:xfrm>
          <a:prstGeom prst="rect">
            <a:avLst/>
          </a:prstGeom>
        </p:spPr>
        <p:txBody>
          <a:bodyPr wrap="square">
            <a:spAutoFit/>
          </a:bodyPr>
          <a:lstStyle/>
          <a:p>
            <a:pPr>
              <a:buNone/>
            </a:pPr>
            <a:r>
              <a:rPr sz="4800" b="1">
                <a:solidFill>
                  <a:schemeClr val="bg1"/>
                </a:solidFill>
                <a:latin typeface="+mj-ea"/>
                <a:ea typeface="+mj-ea"/>
                <a:cs typeface="+mj-ea"/>
              </a:rPr>
              <a:t>目录</a:t>
            </a:r>
          </a:p>
        </p:txBody>
      </p:sp>
      <p:sp>
        <p:nvSpPr>
          <p:cNvPr id="56" name="文本框 55">
            <a:extLst>
              <a:ext uri="{FF2B5EF4-FFF2-40B4-BE49-F238E27FC236}">
                <a16:creationId xmlns:a16="http://schemas.microsoft.com/office/drawing/2014/main" id="{B8C2D001-85E9-4979-AB46-D9BAD3116423}"/>
              </a:ext>
            </a:extLst>
          </p:cNvPr>
          <p:cNvSpPr>
            <a:spLocks noGrp="1"/>
          </p:cNvSpPr>
          <p:nvPr/>
        </p:nvSpPr>
        <p:spPr>
          <a:xfrm>
            <a:off x="4854041" y="1303230"/>
            <a:ext cx="1332543" cy="1200329"/>
          </a:xfrm>
          <a:prstGeom prst="rect">
            <a:avLst/>
          </a:prstGeom>
          <a:noFill/>
        </p:spPr>
        <p:txBody>
          <a:bodyPr wrap="square">
            <a:spAutoFit/>
          </a:bodyPr>
          <a:lstStyle/>
          <a:p>
            <a:r>
              <a:rPr sz="7200" b="0">
                <a:solidFill>
                  <a:srgbClr val="CECECE"/>
                </a:solidFill>
                <a:latin typeface="+mn-lt"/>
                <a:ea typeface="+mn-lt"/>
                <a:cs typeface="+mn-lt"/>
              </a:rPr>
              <a:t>01</a:t>
            </a:r>
          </a:p>
        </p:txBody>
      </p:sp>
      <p:sp>
        <p:nvSpPr>
          <p:cNvPr id="71" name="文本框 70">
            <a:extLst>
              <a:ext uri="{FF2B5EF4-FFF2-40B4-BE49-F238E27FC236}">
                <a16:creationId xmlns:a16="http://schemas.microsoft.com/office/drawing/2014/main" id="{54DEB65C-9B23-4A57-87AC-EDED0C8CAD98}"/>
              </a:ext>
            </a:extLst>
          </p:cNvPr>
          <p:cNvSpPr>
            <a:spLocks noGrp="1"/>
          </p:cNvSpPr>
          <p:nvPr/>
        </p:nvSpPr>
        <p:spPr>
          <a:xfrm>
            <a:off x="0" y="5314097"/>
            <a:ext cx="4076700" cy="646331"/>
          </a:xfrm>
          <a:prstGeom prst="rect">
            <a:avLst/>
          </a:prstGeom>
          <a:noFill/>
        </p:spPr>
        <p:txBody>
          <a:bodyPr wrap="square">
            <a:spAutoFit/>
          </a:bodyPr>
          <a:lstStyle/>
          <a:p>
            <a:pPr algn="ctr">
              <a:buNone/>
            </a:pPr>
            <a:r>
              <a:rPr sz="3600" b="1">
                <a:solidFill>
                  <a:schemeClr val="bg1">
                    <a:alpha val="33000"/>
                  </a:schemeClr>
                </a:solidFill>
              </a:rPr>
              <a:t>含弘光大</a:t>
            </a:r>
          </a:p>
        </p:txBody>
      </p:sp>
      <p:sp>
        <p:nvSpPr>
          <p:cNvPr id="72" name="文本框 71">
            <a:extLst>
              <a:ext uri="{FF2B5EF4-FFF2-40B4-BE49-F238E27FC236}">
                <a16:creationId xmlns:a16="http://schemas.microsoft.com/office/drawing/2014/main" id="{964E316B-C0A9-403A-88B1-F2CDE44E97A3}"/>
              </a:ext>
            </a:extLst>
          </p:cNvPr>
          <p:cNvSpPr>
            <a:spLocks noGrp="1"/>
          </p:cNvSpPr>
          <p:nvPr/>
        </p:nvSpPr>
        <p:spPr>
          <a:xfrm>
            <a:off x="0" y="5997981"/>
            <a:ext cx="4076700" cy="646331"/>
          </a:xfrm>
          <a:prstGeom prst="rect">
            <a:avLst/>
          </a:prstGeom>
          <a:noFill/>
        </p:spPr>
        <p:txBody>
          <a:bodyPr wrap="square">
            <a:spAutoFit/>
          </a:bodyPr>
          <a:lstStyle/>
          <a:p>
            <a:pPr algn="ctr">
              <a:buNone/>
            </a:pPr>
            <a:r>
              <a:rPr sz="3600" b="1">
                <a:solidFill>
                  <a:schemeClr val="bg1">
                    <a:alpha val="33000"/>
                  </a:schemeClr>
                </a:solidFill>
              </a:rPr>
              <a:t>继往开来</a:t>
            </a:r>
          </a:p>
        </p:txBody>
      </p:sp>
      <p:sp>
        <p:nvSpPr>
          <p:cNvPr id="74" name="文本占位符 52">
            <a:extLst>
              <a:ext uri="{FF2B5EF4-FFF2-40B4-BE49-F238E27FC236}">
                <a16:creationId xmlns:a16="http://schemas.microsoft.com/office/drawing/2014/main" id="{66C0C59C-3D61-4266-9201-F480BDF9CB8A}"/>
              </a:ext>
            </a:extLst>
          </p:cNvPr>
          <p:cNvSpPr>
            <a:spLocks noGrp="1"/>
          </p:cNvSpPr>
          <p:nvPr>
            <p:ph type="body" idx="10" hasCustomPrompt="1"/>
          </p:nvPr>
        </p:nvSpPr>
        <p:spPr>
          <a:xfrm>
            <a:off x="6048043" y="1997974"/>
            <a:ext cx="3109449" cy="386278"/>
          </a:xfrm>
        </p:spPr>
        <p:txBody>
          <a:bodyPr>
            <a:noAutofit/>
          </a:bodyPr>
          <a:lstStyle>
            <a:lvl1pPr marL="0" indent="0" defTabSz="914400">
              <a:lnSpc>
                <a:spcPct val="100000"/>
              </a:lnSpc>
              <a:spcBef>
                <a:spcPts val="1000"/>
              </a:spcBef>
              <a:buFont typeface="Arial"/>
              <a:buNone/>
              <a:defRPr sz="1400" kern="1200">
                <a:solidFill>
                  <a:schemeClr val="bg1">
                    <a:lumMod val="75000"/>
                  </a:schemeClr>
                </a:solidFill>
                <a:latin typeface="+mn-lt"/>
                <a:ea typeface="+mn-lt"/>
                <a:cs typeface="+mn-lt"/>
              </a:defRPr>
            </a:lvl1pPr>
            <a:lvl2pPr marL="457200" indent="0">
              <a:buNone/>
              <a:defRPr/>
            </a:lvl2pPr>
          </a:lstStyle>
          <a:p>
            <a:pPr>
              <a:buNone/>
            </a:pPr>
            <a:r>
              <a:t>PLEASE ENTER ENGLISH TITLE</a:t>
            </a:r>
          </a:p>
        </p:txBody>
      </p:sp>
      <p:sp>
        <p:nvSpPr>
          <p:cNvPr id="86" name="文本占位符 85">
            <a:extLst>
              <a:ext uri="{FF2B5EF4-FFF2-40B4-BE49-F238E27FC236}">
                <a16:creationId xmlns:a16="http://schemas.microsoft.com/office/drawing/2014/main" id="{37854025-4C84-43E7-AE29-83299D4D2993}"/>
              </a:ext>
            </a:extLst>
          </p:cNvPr>
          <p:cNvSpPr>
            <a:spLocks noGrp="1"/>
          </p:cNvSpPr>
          <p:nvPr>
            <p:ph type="body" idx="13" hasCustomPrompt="1"/>
          </p:nvPr>
        </p:nvSpPr>
        <p:spPr>
          <a:xfrm>
            <a:off x="6038561" y="1546317"/>
            <a:ext cx="2203049" cy="449148"/>
          </a:xfrm>
        </p:spPr>
        <p:txBody>
          <a:bodyPr>
            <a:noAutofit/>
          </a:bodyPr>
          <a:lstStyle>
            <a:lvl1pPr marL="0" indent="0" defTabSz="914400">
              <a:lnSpc>
                <a:spcPct val="90000"/>
              </a:lnSpc>
              <a:spcBef>
                <a:spcPct val="0"/>
              </a:spcBef>
              <a:buNone/>
              <a:defRPr sz="3200" b="1" kern="1200">
                <a:solidFill>
                  <a:srgbClr val="1D2974"/>
                </a:solidFill>
                <a:latin typeface="+mj-ea"/>
                <a:ea typeface="+mj-ea"/>
                <a:cs typeface="+mj-ea"/>
              </a:defRPr>
            </a:lvl1pPr>
          </a:lstStyle>
          <a:p>
            <a:pPr>
              <a:buNone/>
            </a:pPr>
            <a:r>
              <a:t>章节标题</a:t>
            </a:r>
          </a:p>
        </p:txBody>
      </p:sp>
      <p:sp>
        <p:nvSpPr>
          <p:cNvPr id="65" name="文本框 64">
            <a:extLst>
              <a:ext uri="{FF2B5EF4-FFF2-40B4-BE49-F238E27FC236}">
                <a16:creationId xmlns:a16="http://schemas.microsoft.com/office/drawing/2014/main" id="{F9BF6064-2FC3-48E6-A8FF-8B89E085AC54}"/>
              </a:ext>
            </a:extLst>
          </p:cNvPr>
          <p:cNvSpPr>
            <a:spLocks noGrp="1"/>
          </p:cNvSpPr>
          <p:nvPr/>
        </p:nvSpPr>
        <p:spPr>
          <a:xfrm>
            <a:off x="4854041" y="3261932"/>
            <a:ext cx="1332543" cy="1200329"/>
          </a:xfrm>
          <a:prstGeom prst="rect">
            <a:avLst/>
          </a:prstGeom>
          <a:noFill/>
        </p:spPr>
        <p:txBody>
          <a:bodyPr wrap="square">
            <a:spAutoFit/>
          </a:bodyPr>
          <a:lstStyle/>
          <a:p>
            <a:r>
              <a:rPr sz="7200" b="0">
                <a:solidFill>
                  <a:srgbClr val="CECECE"/>
                </a:solidFill>
                <a:latin typeface="+mn-lt"/>
                <a:ea typeface="+mn-lt"/>
                <a:cs typeface="+mn-lt"/>
              </a:rPr>
              <a:t>03</a:t>
            </a:r>
          </a:p>
        </p:txBody>
      </p:sp>
      <p:sp>
        <p:nvSpPr>
          <p:cNvPr id="66" name="文本占位符 52">
            <a:extLst>
              <a:ext uri="{FF2B5EF4-FFF2-40B4-BE49-F238E27FC236}">
                <a16:creationId xmlns:a16="http://schemas.microsoft.com/office/drawing/2014/main" id="{BD34D84F-2393-4760-9633-FD71739537CA}"/>
              </a:ext>
            </a:extLst>
          </p:cNvPr>
          <p:cNvSpPr>
            <a:spLocks noGrp="1"/>
          </p:cNvSpPr>
          <p:nvPr>
            <p:ph type="body" idx="14" hasCustomPrompt="1"/>
          </p:nvPr>
        </p:nvSpPr>
        <p:spPr>
          <a:xfrm>
            <a:off x="6048043" y="3956676"/>
            <a:ext cx="3109449" cy="386278"/>
          </a:xfrm>
        </p:spPr>
        <p:txBody>
          <a:bodyPr>
            <a:noAutofit/>
          </a:bodyPr>
          <a:lstStyle>
            <a:lvl1pPr marL="0" indent="0" defTabSz="914400">
              <a:lnSpc>
                <a:spcPct val="100000"/>
              </a:lnSpc>
              <a:spcBef>
                <a:spcPts val="1000"/>
              </a:spcBef>
              <a:buFont typeface="Arial"/>
              <a:buNone/>
              <a:defRPr sz="1400" kern="1200">
                <a:solidFill>
                  <a:schemeClr val="bg1">
                    <a:lumMod val="75000"/>
                  </a:schemeClr>
                </a:solidFill>
                <a:latin typeface="+mn-lt"/>
                <a:ea typeface="+mn-lt"/>
                <a:cs typeface="+mn-lt"/>
              </a:defRPr>
            </a:lvl1pPr>
            <a:lvl2pPr marL="457200" indent="0">
              <a:buNone/>
              <a:defRPr/>
            </a:lvl2pPr>
          </a:lstStyle>
          <a:p>
            <a:pPr>
              <a:buNone/>
            </a:pPr>
            <a:r>
              <a:t>PLEASE ENTER ENGLISH TITLE</a:t>
            </a:r>
          </a:p>
        </p:txBody>
      </p:sp>
      <p:sp>
        <p:nvSpPr>
          <p:cNvPr id="67" name="文本占位符 85">
            <a:extLst>
              <a:ext uri="{FF2B5EF4-FFF2-40B4-BE49-F238E27FC236}">
                <a16:creationId xmlns:a16="http://schemas.microsoft.com/office/drawing/2014/main" id="{82107896-FD99-4350-B59F-65B1D4E65A8B}"/>
              </a:ext>
            </a:extLst>
          </p:cNvPr>
          <p:cNvSpPr>
            <a:spLocks noGrp="1"/>
          </p:cNvSpPr>
          <p:nvPr>
            <p:ph type="body" idx="15" hasCustomPrompt="1"/>
          </p:nvPr>
        </p:nvSpPr>
        <p:spPr>
          <a:xfrm>
            <a:off x="6038561" y="3505019"/>
            <a:ext cx="2203049" cy="449148"/>
          </a:xfrm>
        </p:spPr>
        <p:txBody>
          <a:bodyPr>
            <a:noAutofit/>
          </a:bodyPr>
          <a:lstStyle>
            <a:lvl1pPr marL="0" indent="0" defTabSz="914400">
              <a:lnSpc>
                <a:spcPct val="90000"/>
              </a:lnSpc>
              <a:spcBef>
                <a:spcPct val="0"/>
              </a:spcBef>
              <a:buNone/>
              <a:defRPr sz="3200" b="1" kern="1200">
                <a:solidFill>
                  <a:srgbClr val="1D2974"/>
                </a:solidFill>
                <a:latin typeface="+mj-ea"/>
                <a:ea typeface="+mj-ea"/>
                <a:cs typeface="+mj-ea"/>
              </a:defRPr>
            </a:lvl1pPr>
          </a:lstStyle>
          <a:p>
            <a:pPr>
              <a:buNone/>
            </a:pPr>
            <a:r>
              <a:t>章节标题</a:t>
            </a:r>
          </a:p>
        </p:txBody>
      </p:sp>
      <p:sp>
        <p:nvSpPr>
          <p:cNvPr id="68" name="文本框 67">
            <a:extLst>
              <a:ext uri="{FF2B5EF4-FFF2-40B4-BE49-F238E27FC236}">
                <a16:creationId xmlns:a16="http://schemas.microsoft.com/office/drawing/2014/main" id="{30D9827E-90E1-4A13-A1B0-6190C2DC41F2}"/>
              </a:ext>
            </a:extLst>
          </p:cNvPr>
          <p:cNvSpPr>
            <a:spLocks noGrp="1"/>
          </p:cNvSpPr>
          <p:nvPr/>
        </p:nvSpPr>
        <p:spPr>
          <a:xfrm>
            <a:off x="4854041" y="5220634"/>
            <a:ext cx="1332543" cy="1200329"/>
          </a:xfrm>
          <a:prstGeom prst="rect">
            <a:avLst/>
          </a:prstGeom>
          <a:noFill/>
        </p:spPr>
        <p:txBody>
          <a:bodyPr wrap="square">
            <a:spAutoFit/>
          </a:bodyPr>
          <a:lstStyle/>
          <a:p>
            <a:r>
              <a:rPr sz="7200" b="0">
                <a:solidFill>
                  <a:srgbClr val="CECECE"/>
                </a:solidFill>
                <a:latin typeface="+mn-lt"/>
                <a:ea typeface="+mn-lt"/>
                <a:cs typeface="+mn-lt"/>
              </a:rPr>
              <a:t>05</a:t>
            </a:r>
          </a:p>
        </p:txBody>
      </p:sp>
      <p:sp>
        <p:nvSpPr>
          <p:cNvPr id="69" name="文本占位符 52">
            <a:extLst>
              <a:ext uri="{FF2B5EF4-FFF2-40B4-BE49-F238E27FC236}">
                <a16:creationId xmlns:a16="http://schemas.microsoft.com/office/drawing/2014/main" id="{789BC838-FBBD-4EF7-BF17-1655AF1177A8}"/>
              </a:ext>
            </a:extLst>
          </p:cNvPr>
          <p:cNvSpPr>
            <a:spLocks noGrp="1"/>
          </p:cNvSpPr>
          <p:nvPr>
            <p:ph type="body" idx="16" hasCustomPrompt="1"/>
          </p:nvPr>
        </p:nvSpPr>
        <p:spPr>
          <a:xfrm>
            <a:off x="6048043" y="5915378"/>
            <a:ext cx="3109449" cy="386278"/>
          </a:xfrm>
        </p:spPr>
        <p:txBody>
          <a:bodyPr>
            <a:noAutofit/>
          </a:bodyPr>
          <a:lstStyle>
            <a:lvl1pPr marL="0" indent="0" defTabSz="914400">
              <a:lnSpc>
                <a:spcPct val="100000"/>
              </a:lnSpc>
              <a:spcBef>
                <a:spcPts val="1000"/>
              </a:spcBef>
              <a:buFont typeface="Arial"/>
              <a:buNone/>
              <a:defRPr sz="1400" kern="1200">
                <a:solidFill>
                  <a:schemeClr val="bg1">
                    <a:lumMod val="75000"/>
                  </a:schemeClr>
                </a:solidFill>
                <a:latin typeface="+mn-lt"/>
                <a:ea typeface="+mn-lt"/>
                <a:cs typeface="+mn-lt"/>
              </a:defRPr>
            </a:lvl1pPr>
            <a:lvl2pPr marL="457200" indent="0">
              <a:buNone/>
              <a:defRPr/>
            </a:lvl2pPr>
          </a:lstStyle>
          <a:p>
            <a:pPr>
              <a:buNone/>
            </a:pPr>
            <a:r>
              <a:t>PLEASE ENTER ENGLISH TITLE</a:t>
            </a:r>
          </a:p>
        </p:txBody>
      </p:sp>
      <p:sp>
        <p:nvSpPr>
          <p:cNvPr id="70" name="文本占位符 85">
            <a:extLst>
              <a:ext uri="{FF2B5EF4-FFF2-40B4-BE49-F238E27FC236}">
                <a16:creationId xmlns:a16="http://schemas.microsoft.com/office/drawing/2014/main" id="{2C28174E-FE54-436A-A62B-1A5FCDDE7064}"/>
              </a:ext>
            </a:extLst>
          </p:cNvPr>
          <p:cNvSpPr>
            <a:spLocks noGrp="1"/>
          </p:cNvSpPr>
          <p:nvPr>
            <p:ph type="body" idx="17" hasCustomPrompt="1"/>
          </p:nvPr>
        </p:nvSpPr>
        <p:spPr>
          <a:xfrm>
            <a:off x="6038561" y="5454196"/>
            <a:ext cx="2203049" cy="449148"/>
          </a:xfrm>
        </p:spPr>
        <p:txBody>
          <a:bodyPr>
            <a:noAutofit/>
          </a:bodyPr>
          <a:lstStyle>
            <a:lvl1pPr marL="0" indent="0" defTabSz="914400">
              <a:lnSpc>
                <a:spcPct val="90000"/>
              </a:lnSpc>
              <a:spcBef>
                <a:spcPct val="0"/>
              </a:spcBef>
              <a:buNone/>
              <a:defRPr sz="3200" b="1" kern="1200">
                <a:solidFill>
                  <a:srgbClr val="1D2974"/>
                </a:solidFill>
                <a:latin typeface="+mj-ea"/>
                <a:ea typeface="+mj-ea"/>
                <a:cs typeface="+mj-ea"/>
              </a:defRPr>
            </a:lvl1pPr>
          </a:lstStyle>
          <a:p>
            <a:pPr>
              <a:buNone/>
            </a:pPr>
            <a:r>
              <a:t>章节标题</a:t>
            </a:r>
          </a:p>
        </p:txBody>
      </p:sp>
      <p:sp>
        <p:nvSpPr>
          <p:cNvPr id="80" name="文本框 79">
            <a:extLst>
              <a:ext uri="{FF2B5EF4-FFF2-40B4-BE49-F238E27FC236}">
                <a16:creationId xmlns:a16="http://schemas.microsoft.com/office/drawing/2014/main" id="{3E28E85D-651F-4555-BDA5-6752C36E3732}"/>
              </a:ext>
            </a:extLst>
          </p:cNvPr>
          <p:cNvSpPr>
            <a:spLocks noGrp="1"/>
          </p:cNvSpPr>
          <p:nvPr/>
        </p:nvSpPr>
        <p:spPr>
          <a:xfrm>
            <a:off x="7047608" y="2282581"/>
            <a:ext cx="1332543" cy="1200329"/>
          </a:xfrm>
          <a:prstGeom prst="rect">
            <a:avLst/>
          </a:prstGeom>
          <a:noFill/>
        </p:spPr>
        <p:txBody>
          <a:bodyPr wrap="square">
            <a:spAutoFit/>
          </a:bodyPr>
          <a:lstStyle/>
          <a:p>
            <a:r>
              <a:rPr sz="7200" b="0">
                <a:solidFill>
                  <a:srgbClr val="CECECE"/>
                </a:solidFill>
                <a:latin typeface="+mn-lt"/>
                <a:ea typeface="+mn-lt"/>
                <a:cs typeface="+mn-lt"/>
              </a:rPr>
              <a:t>02</a:t>
            </a:r>
          </a:p>
        </p:txBody>
      </p:sp>
      <p:sp>
        <p:nvSpPr>
          <p:cNvPr id="81" name="文本占位符 52">
            <a:extLst>
              <a:ext uri="{FF2B5EF4-FFF2-40B4-BE49-F238E27FC236}">
                <a16:creationId xmlns:a16="http://schemas.microsoft.com/office/drawing/2014/main" id="{4A7063D9-49E1-4EBC-BE98-7E1AC1D8C071}"/>
              </a:ext>
            </a:extLst>
          </p:cNvPr>
          <p:cNvSpPr>
            <a:spLocks noGrp="1"/>
          </p:cNvSpPr>
          <p:nvPr>
            <p:ph type="body" idx="18" hasCustomPrompt="1"/>
          </p:nvPr>
        </p:nvSpPr>
        <p:spPr>
          <a:xfrm>
            <a:off x="8241610" y="2970228"/>
            <a:ext cx="3109449" cy="386278"/>
          </a:xfrm>
        </p:spPr>
        <p:txBody>
          <a:bodyPr>
            <a:noAutofit/>
          </a:bodyPr>
          <a:lstStyle>
            <a:lvl1pPr marL="0" indent="0" defTabSz="914400">
              <a:lnSpc>
                <a:spcPct val="100000"/>
              </a:lnSpc>
              <a:spcBef>
                <a:spcPts val="1000"/>
              </a:spcBef>
              <a:buFont typeface="Arial"/>
              <a:buNone/>
              <a:defRPr sz="1400" kern="1200">
                <a:solidFill>
                  <a:schemeClr val="bg1">
                    <a:lumMod val="75000"/>
                  </a:schemeClr>
                </a:solidFill>
                <a:latin typeface="+mn-lt"/>
                <a:ea typeface="+mn-lt"/>
                <a:cs typeface="+mn-lt"/>
              </a:defRPr>
            </a:lvl1pPr>
            <a:lvl2pPr marL="457200" indent="0">
              <a:buNone/>
              <a:defRPr/>
            </a:lvl2pPr>
          </a:lstStyle>
          <a:p>
            <a:pPr>
              <a:buNone/>
            </a:pPr>
            <a:r>
              <a:t>PLEASE ENTER ENGLISH TITLE</a:t>
            </a:r>
          </a:p>
        </p:txBody>
      </p:sp>
      <p:sp>
        <p:nvSpPr>
          <p:cNvPr id="82" name="文本占位符 85">
            <a:extLst>
              <a:ext uri="{FF2B5EF4-FFF2-40B4-BE49-F238E27FC236}">
                <a16:creationId xmlns:a16="http://schemas.microsoft.com/office/drawing/2014/main" id="{E694ACB0-3C7B-4421-8253-E6B4B22F171B}"/>
              </a:ext>
            </a:extLst>
          </p:cNvPr>
          <p:cNvSpPr>
            <a:spLocks noGrp="1"/>
          </p:cNvSpPr>
          <p:nvPr>
            <p:ph type="body" idx="19" hasCustomPrompt="1"/>
          </p:nvPr>
        </p:nvSpPr>
        <p:spPr>
          <a:xfrm>
            <a:off x="8232128" y="2509046"/>
            <a:ext cx="2203049" cy="449148"/>
          </a:xfrm>
        </p:spPr>
        <p:txBody>
          <a:bodyPr>
            <a:noAutofit/>
          </a:bodyPr>
          <a:lstStyle>
            <a:lvl1pPr marL="0" indent="0" defTabSz="914400">
              <a:lnSpc>
                <a:spcPct val="90000"/>
              </a:lnSpc>
              <a:spcBef>
                <a:spcPct val="0"/>
              </a:spcBef>
              <a:buNone/>
              <a:defRPr sz="3200" b="1" kern="1200">
                <a:solidFill>
                  <a:srgbClr val="1D2974"/>
                </a:solidFill>
                <a:latin typeface="+mj-ea"/>
                <a:ea typeface="+mj-ea"/>
                <a:cs typeface="+mj-ea"/>
              </a:defRPr>
            </a:lvl1pPr>
          </a:lstStyle>
          <a:p>
            <a:pPr>
              <a:buNone/>
            </a:pPr>
            <a:r>
              <a:t>章节标题</a:t>
            </a:r>
          </a:p>
        </p:txBody>
      </p:sp>
      <p:sp>
        <p:nvSpPr>
          <p:cNvPr id="83" name="文本框 82">
            <a:extLst>
              <a:ext uri="{FF2B5EF4-FFF2-40B4-BE49-F238E27FC236}">
                <a16:creationId xmlns:a16="http://schemas.microsoft.com/office/drawing/2014/main" id="{27F10733-98AE-4920-934C-8A0C7D59B921}"/>
              </a:ext>
            </a:extLst>
          </p:cNvPr>
          <p:cNvSpPr>
            <a:spLocks noGrp="1"/>
          </p:cNvSpPr>
          <p:nvPr/>
        </p:nvSpPr>
        <p:spPr>
          <a:xfrm>
            <a:off x="7047608" y="4250808"/>
            <a:ext cx="1332543" cy="1200329"/>
          </a:xfrm>
          <a:prstGeom prst="rect">
            <a:avLst/>
          </a:prstGeom>
          <a:noFill/>
        </p:spPr>
        <p:txBody>
          <a:bodyPr wrap="square">
            <a:spAutoFit/>
          </a:bodyPr>
          <a:lstStyle/>
          <a:p>
            <a:r>
              <a:rPr sz="7200" b="0">
                <a:solidFill>
                  <a:srgbClr val="CECECE"/>
                </a:solidFill>
                <a:latin typeface="+mn-lt"/>
                <a:ea typeface="+mn-lt"/>
                <a:cs typeface="+mn-lt"/>
              </a:rPr>
              <a:t>04</a:t>
            </a:r>
          </a:p>
        </p:txBody>
      </p:sp>
      <p:sp>
        <p:nvSpPr>
          <p:cNvPr id="84" name="文本占位符 52">
            <a:extLst>
              <a:ext uri="{FF2B5EF4-FFF2-40B4-BE49-F238E27FC236}">
                <a16:creationId xmlns:a16="http://schemas.microsoft.com/office/drawing/2014/main" id="{39CD9AEF-57CB-4975-8333-1B8CB8B6FD1B}"/>
              </a:ext>
            </a:extLst>
          </p:cNvPr>
          <p:cNvSpPr>
            <a:spLocks noGrp="1"/>
          </p:cNvSpPr>
          <p:nvPr>
            <p:ph type="body" idx="20" hasCustomPrompt="1"/>
          </p:nvPr>
        </p:nvSpPr>
        <p:spPr>
          <a:xfrm>
            <a:off x="8241610" y="4949146"/>
            <a:ext cx="3109449" cy="386278"/>
          </a:xfrm>
        </p:spPr>
        <p:txBody>
          <a:bodyPr>
            <a:noAutofit/>
          </a:bodyPr>
          <a:lstStyle>
            <a:lvl1pPr marL="0" indent="0" defTabSz="914400">
              <a:lnSpc>
                <a:spcPct val="100000"/>
              </a:lnSpc>
              <a:spcBef>
                <a:spcPts val="1000"/>
              </a:spcBef>
              <a:buFont typeface="Arial"/>
              <a:buNone/>
              <a:defRPr sz="1400" kern="1200">
                <a:solidFill>
                  <a:schemeClr val="bg1">
                    <a:lumMod val="75000"/>
                  </a:schemeClr>
                </a:solidFill>
                <a:latin typeface="+mn-lt"/>
                <a:ea typeface="+mn-lt"/>
                <a:cs typeface="+mn-lt"/>
              </a:defRPr>
            </a:lvl1pPr>
            <a:lvl2pPr marL="457200" indent="0">
              <a:buNone/>
              <a:defRPr/>
            </a:lvl2pPr>
          </a:lstStyle>
          <a:p>
            <a:pPr>
              <a:buNone/>
            </a:pPr>
            <a:r>
              <a:t>PLEASE ENTER ENGLISH TITLE</a:t>
            </a:r>
          </a:p>
        </p:txBody>
      </p:sp>
      <p:sp>
        <p:nvSpPr>
          <p:cNvPr id="85" name="文本占位符 85">
            <a:extLst>
              <a:ext uri="{FF2B5EF4-FFF2-40B4-BE49-F238E27FC236}">
                <a16:creationId xmlns:a16="http://schemas.microsoft.com/office/drawing/2014/main" id="{A668FC49-FCE4-4F32-9934-F242F5C6611B}"/>
              </a:ext>
            </a:extLst>
          </p:cNvPr>
          <p:cNvSpPr>
            <a:spLocks noGrp="1"/>
          </p:cNvSpPr>
          <p:nvPr>
            <p:ph type="body" idx="21" hasCustomPrompt="1"/>
          </p:nvPr>
        </p:nvSpPr>
        <p:spPr>
          <a:xfrm>
            <a:off x="8232128" y="4497489"/>
            <a:ext cx="2203049" cy="449148"/>
          </a:xfrm>
        </p:spPr>
        <p:txBody>
          <a:bodyPr>
            <a:noAutofit/>
          </a:bodyPr>
          <a:lstStyle>
            <a:lvl1pPr marL="0" indent="0" defTabSz="914400">
              <a:lnSpc>
                <a:spcPct val="90000"/>
              </a:lnSpc>
              <a:spcBef>
                <a:spcPct val="0"/>
              </a:spcBef>
              <a:buNone/>
              <a:defRPr sz="3200" b="1" kern="1200">
                <a:solidFill>
                  <a:srgbClr val="1D2974"/>
                </a:solidFill>
                <a:latin typeface="+mj-ea"/>
                <a:ea typeface="+mj-ea"/>
                <a:cs typeface="+mj-ea"/>
              </a:defRPr>
            </a:lvl1pPr>
          </a:lstStyle>
          <a:p>
            <a:pPr>
              <a:buNone/>
            </a:pPr>
            <a:r>
              <a:t>章节标题</a:t>
            </a:r>
          </a:p>
        </p:txBody>
      </p:sp>
      <p:pic>
        <p:nvPicPr>
          <p:cNvPr id="113" name="图片 74"/>
          <p:cNvPicPr>
            <a:picLocks noChangeAspect="1"/>
          </p:cNvPicPr>
          <p:nvPr/>
        </p:nvPicPr>
        <p:blipFill>
          <a:blip r:embed="rId3"/>
          <a:stretch>
            <a:fillRect/>
          </a:stretch>
        </p:blipFill>
        <p:spPr>
          <a:xfrm>
            <a:off x="9032750" y="149150"/>
            <a:ext cx="3101563" cy="1308201"/>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目录页（6）">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938AE898-A5C6-4608-82F0-E4B41603E94A}"/>
              </a:ext>
            </a:extLst>
          </p:cNvPr>
          <p:cNvSpPr>
            <a:spLocks noGrp="1"/>
          </p:cNvSpPr>
          <p:nvPr/>
        </p:nvSpPr>
        <p:spPr>
          <a:xfrm>
            <a:off x="0" y="3371850"/>
            <a:ext cx="12192000" cy="203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2" name="图片占位符 11">
            <a:extLst>
              <a:ext uri="{FF2B5EF4-FFF2-40B4-BE49-F238E27FC236}">
                <a16:creationId xmlns:a16="http://schemas.microsoft.com/office/drawing/2014/main" id="{212FEBC4-44DA-443D-8EE5-A37B496DCE73}"/>
              </a:ext>
            </a:extLst>
          </p:cNvPr>
          <p:cNvSpPr>
            <a:spLocks noGrp="1"/>
          </p:cNvSpPr>
          <p:nvPr>
            <p:ph type="pic" idx="10"/>
          </p:nvPr>
        </p:nvSpPr>
        <p:spPr>
          <a:xfrm>
            <a:off x="0" y="0"/>
            <a:ext cx="12192000" cy="3429000"/>
          </a:xfrm>
        </p:spPr>
        <p:txBody>
          <a:bodyPr/>
          <a:lstStyle/>
          <a:p>
            <a:endParaRPr/>
          </a:p>
        </p:txBody>
      </p:sp>
      <p:sp>
        <p:nvSpPr>
          <p:cNvPr id="10" name="文本框 9">
            <a:extLst>
              <a:ext uri="{FF2B5EF4-FFF2-40B4-BE49-F238E27FC236}">
                <a16:creationId xmlns:a16="http://schemas.microsoft.com/office/drawing/2014/main" id="{24A11981-5F8C-4ED5-B98E-B4EC7B31985F}"/>
              </a:ext>
            </a:extLst>
          </p:cNvPr>
          <p:cNvSpPr>
            <a:spLocks noGrp="1"/>
          </p:cNvSpPr>
          <p:nvPr/>
        </p:nvSpPr>
        <p:spPr>
          <a:xfrm>
            <a:off x="431800" y="3956050"/>
            <a:ext cx="1332543" cy="923330"/>
          </a:xfrm>
          <a:prstGeom prst="rect">
            <a:avLst/>
          </a:prstGeom>
          <a:noFill/>
        </p:spPr>
        <p:txBody>
          <a:bodyPr wrap="square">
            <a:spAutoFit/>
          </a:bodyPr>
          <a:lstStyle/>
          <a:p>
            <a:r>
              <a:rPr sz="5400" b="0">
                <a:solidFill>
                  <a:srgbClr val="CECECE"/>
                </a:solidFill>
                <a:latin typeface="+mn-lt"/>
                <a:ea typeface="+mn-lt"/>
                <a:cs typeface="+mn-lt"/>
              </a:rPr>
              <a:t>01</a:t>
            </a:r>
          </a:p>
        </p:txBody>
      </p:sp>
      <p:sp>
        <p:nvSpPr>
          <p:cNvPr id="11" name="文本占位符 52">
            <a:extLst>
              <a:ext uri="{FF2B5EF4-FFF2-40B4-BE49-F238E27FC236}">
                <a16:creationId xmlns:a16="http://schemas.microsoft.com/office/drawing/2014/main" id="{2C257D23-A687-4E77-AFA3-F0481299F953}"/>
              </a:ext>
            </a:extLst>
          </p:cNvPr>
          <p:cNvSpPr>
            <a:spLocks noGrp="1"/>
          </p:cNvSpPr>
          <p:nvPr>
            <p:ph type="body" idx="11" hasCustomPrompt="1"/>
          </p:nvPr>
        </p:nvSpPr>
        <p:spPr>
          <a:xfrm>
            <a:off x="1266825" y="4493102"/>
            <a:ext cx="2708275" cy="386278"/>
          </a:xfrm>
        </p:spPr>
        <p:txBody>
          <a:bodyPr>
            <a:noAutofit/>
          </a:bodyPr>
          <a:lstStyle>
            <a:lvl1pPr marL="0" indent="0" defTabSz="914400">
              <a:lnSpc>
                <a:spcPct val="100000"/>
              </a:lnSpc>
              <a:spcBef>
                <a:spcPts val="1000"/>
              </a:spcBef>
              <a:buFont typeface="Arial"/>
              <a:buNone/>
              <a:defRPr sz="1100" kern="1200">
                <a:solidFill>
                  <a:schemeClr val="bg1">
                    <a:lumMod val="75000"/>
                  </a:schemeClr>
                </a:solidFill>
                <a:latin typeface="+mn-lt"/>
                <a:ea typeface="+mn-lt"/>
                <a:cs typeface="+mn-lt"/>
              </a:defRPr>
            </a:lvl1pPr>
            <a:lvl2pPr marL="457200" indent="0">
              <a:buNone/>
              <a:defRPr/>
            </a:lvl2pPr>
          </a:lstStyle>
          <a:p>
            <a:pPr>
              <a:buNone/>
            </a:pPr>
            <a:r>
              <a:t>PLEASE ENTER ENGLISH TITLE</a:t>
            </a:r>
          </a:p>
        </p:txBody>
      </p:sp>
      <p:sp>
        <p:nvSpPr>
          <p:cNvPr id="14" name="文本占位符 85">
            <a:extLst>
              <a:ext uri="{FF2B5EF4-FFF2-40B4-BE49-F238E27FC236}">
                <a16:creationId xmlns:a16="http://schemas.microsoft.com/office/drawing/2014/main" id="{DE70A513-8887-4629-9DBD-55703CA762AC}"/>
              </a:ext>
            </a:extLst>
          </p:cNvPr>
          <p:cNvSpPr>
            <a:spLocks noGrp="1"/>
          </p:cNvSpPr>
          <p:nvPr>
            <p:ph type="body" idx="13" hasCustomPrompt="1"/>
          </p:nvPr>
        </p:nvSpPr>
        <p:spPr>
          <a:xfrm>
            <a:off x="1266825" y="4141987"/>
            <a:ext cx="2264633" cy="449148"/>
          </a:xfrm>
        </p:spPr>
        <p:txBody>
          <a:bodyPr>
            <a:noAutofit/>
          </a:bodyPr>
          <a:lstStyle>
            <a:lvl1pPr marL="0" indent="0" defTabSz="914400">
              <a:lnSpc>
                <a:spcPct val="90000"/>
              </a:lnSpc>
              <a:spcBef>
                <a:spcPct val="0"/>
              </a:spcBef>
              <a:buNone/>
              <a:defRPr sz="2400" b="1" kern="1200">
                <a:solidFill>
                  <a:srgbClr val="1D2974"/>
                </a:solidFill>
                <a:latin typeface="+mj-ea"/>
                <a:ea typeface="+mj-ea"/>
                <a:cs typeface="+mj-ea"/>
              </a:defRPr>
            </a:lvl1pPr>
          </a:lstStyle>
          <a:p>
            <a:pPr>
              <a:buNone/>
            </a:pPr>
            <a:r>
              <a:t>章节标题</a:t>
            </a:r>
          </a:p>
        </p:txBody>
      </p:sp>
      <p:sp>
        <p:nvSpPr>
          <p:cNvPr id="15" name="文本框 14">
            <a:extLst>
              <a:ext uri="{FF2B5EF4-FFF2-40B4-BE49-F238E27FC236}">
                <a16:creationId xmlns:a16="http://schemas.microsoft.com/office/drawing/2014/main" id="{273776D3-D50D-4C16-AA3F-3F328F4FBD9D}"/>
              </a:ext>
            </a:extLst>
          </p:cNvPr>
          <p:cNvSpPr>
            <a:spLocks noGrp="1"/>
          </p:cNvSpPr>
          <p:nvPr/>
        </p:nvSpPr>
        <p:spPr>
          <a:xfrm>
            <a:off x="4366483" y="3956050"/>
            <a:ext cx="1332543" cy="923330"/>
          </a:xfrm>
          <a:prstGeom prst="rect">
            <a:avLst/>
          </a:prstGeom>
          <a:noFill/>
        </p:spPr>
        <p:txBody>
          <a:bodyPr wrap="square">
            <a:spAutoFit/>
          </a:bodyPr>
          <a:lstStyle/>
          <a:p>
            <a:r>
              <a:rPr sz="5400" b="0">
                <a:solidFill>
                  <a:srgbClr val="CECECE"/>
                </a:solidFill>
                <a:latin typeface="+mn-lt"/>
                <a:ea typeface="+mn-lt"/>
                <a:cs typeface="+mn-lt"/>
              </a:rPr>
              <a:t>03</a:t>
            </a:r>
          </a:p>
        </p:txBody>
      </p:sp>
      <p:sp>
        <p:nvSpPr>
          <p:cNvPr id="17" name="文本占位符 52">
            <a:extLst>
              <a:ext uri="{FF2B5EF4-FFF2-40B4-BE49-F238E27FC236}">
                <a16:creationId xmlns:a16="http://schemas.microsoft.com/office/drawing/2014/main" id="{32C3B898-9E6C-4D69-97A6-5EC74D89DE77}"/>
              </a:ext>
            </a:extLst>
          </p:cNvPr>
          <p:cNvSpPr>
            <a:spLocks noGrp="1"/>
          </p:cNvSpPr>
          <p:nvPr>
            <p:ph type="body" idx="14" hasCustomPrompt="1"/>
          </p:nvPr>
        </p:nvSpPr>
        <p:spPr>
          <a:xfrm>
            <a:off x="5201508" y="4493102"/>
            <a:ext cx="2708275" cy="386278"/>
          </a:xfrm>
        </p:spPr>
        <p:txBody>
          <a:bodyPr>
            <a:noAutofit/>
          </a:bodyPr>
          <a:lstStyle>
            <a:lvl1pPr marL="0" indent="0" defTabSz="914400">
              <a:lnSpc>
                <a:spcPct val="100000"/>
              </a:lnSpc>
              <a:spcBef>
                <a:spcPts val="1000"/>
              </a:spcBef>
              <a:buFont typeface="Arial"/>
              <a:buNone/>
              <a:defRPr sz="1100" kern="1200">
                <a:solidFill>
                  <a:schemeClr val="bg1">
                    <a:lumMod val="75000"/>
                  </a:schemeClr>
                </a:solidFill>
                <a:latin typeface="+mn-lt"/>
                <a:ea typeface="+mn-lt"/>
                <a:cs typeface="+mn-lt"/>
              </a:defRPr>
            </a:lvl1pPr>
            <a:lvl2pPr marL="457200" indent="0">
              <a:buNone/>
              <a:defRPr/>
            </a:lvl2pPr>
          </a:lstStyle>
          <a:p>
            <a:pPr>
              <a:buNone/>
            </a:pPr>
            <a:r>
              <a:t>PLEASE ENTER ENGLISH TITLE</a:t>
            </a:r>
          </a:p>
        </p:txBody>
      </p:sp>
      <p:sp>
        <p:nvSpPr>
          <p:cNvPr id="19" name="文本占位符 85">
            <a:extLst>
              <a:ext uri="{FF2B5EF4-FFF2-40B4-BE49-F238E27FC236}">
                <a16:creationId xmlns:a16="http://schemas.microsoft.com/office/drawing/2014/main" id="{1DEC54FF-E42B-465E-ABE4-32DF916E1E3C}"/>
              </a:ext>
            </a:extLst>
          </p:cNvPr>
          <p:cNvSpPr>
            <a:spLocks noGrp="1"/>
          </p:cNvSpPr>
          <p:nvPr>
            <p:ph type="body" idx="15" hasCustomPrompt="1"/>
          </p:nvPr>
        </p:nvSpPr>
        <p:spPr>
          <a:xfrm>
            <a:off x="5201508" y="4141987"/>
            <a:ext cx="2264633" cy="449148"/>
          </a:xfrm>
        </p:spPr>
        <p:txBody>
          <a:bodyPr>
            <a:noAutofit/>
          </a:bodyPr>
          <a:lstStyle>
            <a:lvl1pPr marL="0" indent="0" defTabSz="914400">
              <a:lnSpc>
                <a:spcPct val="90000"/>
              </a:lnSpc>
              <a:spcBef>
                <a:spcPct val="0"/>
              </a:spcBef>
              <a:buNone/>
              <a:defRPr sz="2400" b="1" kern="1200">
                <a:solidFill>
                  <a:srgbClr val="1D2974"/>
                </a:solidFill>
                <a:latin typeface="+mj-ea"/>
                <a:ea typeface="+mj-ea"/>
                <a:cs typeface="+mj-ea"/>
              </a:defRPr>
            </a:lvl1pPr>
          </a:lstStyle>
          <a:p>
            <a:pPr>
              <a:buNone/>
            </a:pPr>
            <a:r>
              <a:t>章节标题</a:t>
            </a:r>
          </a:p>
        </p:txBody>
      </p:sp>
      <p:sp>
        <p:nvSpPr>
          <p:cNvPr id="20" name="文本框 19">
            <a:extLst>
              <a:ext uri="{FF2B5EF4-FFF2-40B4-BE49-F238E27FC236}">
                <a16:creationId xmlns:a16="http://schemas.microsoft.com/office/drawing/2014/main" id="{D61F52C0-3D26-4577-BBEE-930F5F83047B}"/>
              </a:ext>
            </a:extLst>
          </p:cNvPr>
          <p:cNvSpPr>
            <a:spLocks noGrp="1"/>
          </p:cNvSpPr>
          <p:nvPr/>
        </p:nvSpPr>
        <p:spPr>
          <a:xfrm>
            <a:off x="8301166" y="3956050"/>
            <a:ext cx="1332543" cy="923330"/>
          </a:xfrm>
          <a:prstGeom prst="rect">
            <a:avLst/>
          </a:prstGeom>
          <a:noFill/>
        </p:spPr>
        <p:txBody>
          <a:bodyPr wrap="square">
            <a:spAutoFit/>
          </a:bodyPr>
          <a:lstStyle/>
          <a:p>
            <a:r>
              <a:rPr sz="5400" b="0">
                <a:solidFill>
                  <a:srgbClr val="CECECE"/>
                </a:solidFill>
                <a:latin typeface="+mn-lt"/>
                <a:ea typeface="+mn-lt"/>
                <a:cs typeface="+mn-lt"/>
              </a:rPr>
              <a:t>05</a:t>
            </a:r>
          </a:p>
        </p:txBody>
      </p:sp>
      <p:sp>
        <p:nvSpPr>
          <p:cNvPr id="21" name="文本占位符 52">
            <a:extLst>
              <a:ext uri="{FF2B5EF4-FFF2-40B4-BE49-F238E27FC236}">
                <a16:creationId xmlns:a16="http://schemas.microsoft.com/office/drawing/2014/main" id="{D61D55BA-FA8C-4286-8295-0197F135194B}"/>
              </a:ext>
            </a:extLst>
          </p:cNvPr>
          <p:cNvSpPr>
            <a:spLocks noGrp="1"/>
          </p:cNvSpPr>
          <p:nvPr>
            <p:ph type="body" idx="16" hasCustomPrompt="1"/>
          </p:nvPr>
        </p:nvSpPr>
        <p:spPr>
          <a:xfrm>
            <a:off x="9136191" y="4493102"/>
            <a:ext cx="2708275" cy="386278"/>
          </a:xfrm>
        </p:spPr>
        <p:txBody>
          <a:bodyPr>
            <a:noAutofit/>
          </a:bodyPr>
          <a:lstStyle>
            <a:lvl1pPr marL="0" indent="0" defTabSz="914400">
              <a:lnSpc>
                <a:spcPct val="100000"/>
              </a:lnSpc>
              <a:spcBef>
                <a:spcPts val="1000"/>
              </a:spcBef>
              <a:buFont typeface="Arial"/>
              <a:buNone/>
              <a:defRPr sz="1100" kern="1200">
                <a:solidFill>
                  <a:schemeClr val="bg1">
                    <a:lumMod val="75000"/>
                  </a:schemeClr>
                </a:solidFill>
                <a:latin typeface="+mn-lt"/>
                <a:ea typeface="+mn-lt"/>
                <a:cs typeface="+mn-lt"/>
              </a:defRPr>
            </a:lvl1pPr>
            <a:lvl2pPr marL="457200" indent="0">
              <a:buNone/>
              <a:defRPr/>
            </a:lvl2pPr>
          </a:lstStyle>
          <a:p>
            <a:pPr>
              <a:buNone/>
            </a:pPr>
            <a:r>
              <a:t>PLEASE ENTER ENGLISH TITLE</a:t>
            </a:r>
          </a:p>
        </p:txBody>
      </p:sp>
      <p:sp>
        <p:nvSpPr>
          <p:cNvPr id="22" name="文本占位符 85">
            <a:extLst>
              <a:ext uri="{FF2B5EF4-FFF2-40B4-BE49-F238E27FC236}">
                <a16:creationId xmlns:a16="http://schemas.microsoft.com/office/drawing/2014/main" id="{4CA328F0-6284-46D5-982F-DD4976841983}"/>
              </a:ext>
            </a:extLst>
          </p:cNvPr>
          <p:cNvSpPr>
            <a:spLocks noGrp="1"/>
          </p:cNvSpPr>
          <p:nvPr>
            <p:ph type="body" idx="17" hasCustomPrompt="1"/>
          </p:nvPr>
        </p:nvSpPr>
        <p:spPr>
          <a:xfrm>
            <a:off x="9136191" y="4141987"/>
            <a:ext cx="2264633" cy="449148"/>
          </a:xfrm>
        </p:spPr>
        <p:txBody>
          <a:bodyPr>
            <a:noAutofit/>
          </a:bodyPr>
          <a:lstStyle>
            <a:lvl1pPr marL="0" indent="0" defTabSz="914400">
              <a:lnSpc>
                <a:spcPct val="90000"/>
              </a:lnSpc>
              <a:spcBef>
                <a:spcPct val="0"/>
              </a:spcBef>
              <a:buNone/>
              <a:defRPr sz="2400" b="1" kern="1200">
                <a:solidFill>
                  <a:srgbClr val="1D2974"/>
                </a:solidFill>
                <a:latin typeface="+mj-ea"/>
                <a:ea typeface="+mj-ea"/>
                <a:cs typeface="+mj-ea"/>
              </a:defRPr>
            </a:lvl1pPr>
          </a:lstStyle>
          <a:p>
            <a:pPr>
              <a:buNone/>
            </a:pPr>
            <a:r>
              <a:t>章节标题</a:t>
            </a:r>
          </a:p>
        </p:txBody>
      </p:sp>
      <p:sp>
        <p:nvSpPr>
          <p:cNvPr id="23" name="文本框 22">
            <a:extLst>
              <a:ext uri="{FF2B5EF4-FFF2-40B4-BE49-F238E27FC236}">
                <a16:creationId xmlns:a16="http://schemas.microsoft.com/office/drawing/2014/main" id="{1CE76C4C-9AED-4543-A539-19712D44C3BC}"/>
              </a:ext>
            </a:extLst>
          </p:cNvPr>
          <p:cNvSpPr>
            <a:spLocks noGrp="1"/>
          </p:cNvSpPr>
          <p:nvPr/>
        </p:nvSpPr>
        <p:spPr>
          <a:xfrm>
            <a:off x="431800" y="5270500"/>
            <a:ext cx="1332543" cy="923330"/>
          </a:xfrm>
          <a:prstGeom prst="rect">
            <a:avLst/>
          </a:prstGeom>
          <a:noFill/>
        </p:spPr>
        <p:txBody>
          <a:bodyPr wrap="square">
            <a:spAutoFit/>
          </a:bodyPr>
          <a:lstStyle/>
          <a:p>
            <a:r>
              <a:rPr sz="5400" b="0">
                <a:solidFill>
                  <a:srgbClr val="CECECE"/>
                </a:solidFill>
                <a:latin typeface="+mn-lt"/>
                <a:ea typeface="+mn-lt"/>
                <a:cs typeface="+mn-lt"/>
              </a:rPr>
              <a:t>02</a:t>
            </a:r>
          </a:p>
        </p:txBody>
      </p:sp>
      <p:sp>
        <p:nvSpPr>
          <p:cNvPr id="24" name="文本占位符 52">
            <a:extLst>
              <a:ext uri="{FF2B5EF4-FFF2-40B4-BE49-F238E27FC236}">
                <a16:creationId xmlns:a16="http://schemas.microsoft.com/office/drawing/2014/main" id="{9A466AFF-9A6B-4DEF-8D6C-0E8CE1E8F815}"/>
              </a:ext>
            </a:extLst>
          </p:cNvPr>
          <p:cNvSpPr>
            <a:spLocks noGrp="1"/>
          </p:cNvSpPr>
          <p:nvPr>
            <p:ph type="body" idx="18" hasCustomPrompt="1"/>
          </p:nvPr>
        </p:nvSpPr>
        <p:spPr>
          <a:xfrm>
            <a:off x="1266825" y="5807552"/>
            <a:ext cx="2708275" cy="386278"/>
          </a:xfrm>
        </p:spPr>
        <p:txBody>
          <a:bodyPr>
            <a:noAutofit/>
          </a:bodyPr>
          <a:lstStyle>
            <a:lvl1pPr marL="0" indent="0" defTabSz="914400">
              <a:lnSpc>
                <a:spcPct val="100000"/>
              </a:lnSpc>
              <a:spcBef>
                <a:spcPts val="1000"/>
              </a:spcBef>
              <a:buFont typeface="Arial"/>
              <a:buNone/>
              <a:defRPr sz="1100" kern="1200">
                <a:solidFill>
                  <a:schemeClr val="bg1">
                    <a:lumMod val="75000"/>
                  </a:schemeClr>
                </a:solidFill>
                <a:latin typeface="+mn-lt"/>
                <a:ea typeface="+mn-lt"/>
                <a:cs typeface="+mn-lt"/>
              </a:defRPr>
            </a:lvl1pPr>
            <a:lvl2pPr marL="457200" indent="0">
              <a:buNone/>
              <a:defRPr/>
            </a:lvl2pPr>
          </a:lstStyle>
          <a:p>
            <a:pPr>
              <a:buNone/>
            </a:pPr>
            <a:r>
              <a:t>PLEASE ENTER ENGLISH TITLE</a:t>
            </a:r>
          </a:p>
        </p:txBody>
      </p:sp>
      <p:sp>
        <p:nvSpPr>
          <p:cNvPr id="25" name="文本占位符 85">
            <a:extLst>
              <a:ext uri="{FF2B5EF4-FFF2-40B4-BE49-F238E27FC236}">
                <a16:creationId xmlns:a16="http://schemas.microsoft.com/office/drawing/2014/main" id="{8F68EB54-BC7D-4C6F-9079-97C54768EAC5}"/>
              </a:ext>
            </a:extLst>
          </p:cNvPr>
          <p:cNvSpPr>
            <a:spLocks noGrp="1"/>
          </p:cNvSpPr>
          <p:nvPr>
            <p:ph type="body" idx="19" hasCustomPrompt="1"/>
          </p:nvPr>
        </p:nvSpPr>
        <p:spPr>
          <a:xfrm>
            <a:off x="1266825" y="5456437"/>
            <a:ext cx="2264633" cy="449148"/>
          </a:xfrm>
        </p:spPr>
        <p:txBody>
          <a:bodyPr>
            <a:noAutofit/>
          </a:bodyPr>
          <a:lstStyle>
            <a:lvl1pPr marL="0" indent="0" defTabSz="914400">
              <a:lnSpc>
                <a:spcPct val="90000"/>
              </a:lnSpc>
              <a:spcBef>
                <a:spcPct val="0"/>
              </a:spcBef>
              <a:buNone/>
              <a:defRPr sz="2400" b="1" kern="1200">
                <a:solidFill>
                  <a:srgbClr val="1D2974"/>
                </a:solidFill>
                <a:latin typeface="+mj-ea"/>
                <a:ea typeface="+mj-ea"/>
                <a:cs typeface="+mj-ea"/>
              </a:defRPr>
            </a:lvl1pPr>
          </a:lstStyle>
          <a:p>
            <a:pPr>
              <a:buNone/>
            </a:pPr>
            <a:r>
              <a:t>章节标题</a:t>
            </a:r>
          </a:p>
        </p:txBody>
      </p:sp>
      <p:sp>
        <p:nvSpPr>
          <p:cNvPr id="26" name="文本框 25">
            <a:extLst>
              <a:ext uri="{FF2B5EF4-FFF2-40B4-BE49-F238E27FC236}">
                <a16:creationId xmlns:a16="http://schemas.microsoft.com/office/drawing/2014/main" id="{FD174514-8925-4E78-AF9A-877812B615BA}"/>
              </a:ext>
            </a:extLst>
          </p:cNvPr>
          <p:cNvSpPr>
            <a:spLocks noGrp="1"/>
          </p:cNvSpPr>
          <p:nvPr/>
        </p:nvSpPr>
        <p:spPr>
          <a:xfrm>
            <a:off x="4366483" y="5270500"/>
            <a:ext cx="1332543" cy="923330"/>
          </a:xfrm>
          <a:prstGeom prst="rect">
            <a:avLst/>
          </a:prstGeom>
          <a:noFill/>
        </p:spPr>
        <p:txBody>
          <a:bodyPr wrap="square">
            <a:spAutoFit/>
          </a:bodyPr>
          <a:lstStyle/>
          <a:p>
            <a:r>
              <a:rPr sz="5400" b="0">
                <a:solidFill>
                  <a:srgbClr val="CECECE"/>
                </a:solidFill>
                <a:latin typeface="+mn-lt"/>
                <a:ea typeface="+mn-lt"/>
                <a:cs typeface="+mn-lt"/>
              </a:rPr>
              <a:t>04</a:t>
            </a:r>
          </a:p>
        </p:txBody>
      </p:sp>
      <p:sp>
        <p:nvSpPr>
          <p:cNvPr id="27" name="文本占位符 52">
            <a:extLst>
              <a:ext uri="{FF2B5EF4-FFF2-40B4-BE49-F238E27FC236}">
                <a16:creationId xmlns:a16="http://schemas.microsoft.com/office/drawing/2014/main" id="{BB187975-70AF-43F6-BD78-450385584E53}"/>
              </a:ext>
            </a:extLst>
          </p:cNvPr>
          <p:cNvSpPr>
            <a:spLocks noGrp="1"/>
          </p:cNvSpPr>
          <p:nvPr>
            <p:ph type="body" idx="20" hasCustomPrompt="1"/>
          </p:nvPr>
        </p:nvSpPr>
        <p:spPr>
          <a:xfrm>
            <a:off x="5201508" y="5807552"/>
            <a:ext cx="2708275" cy="386278"/>
          </a:xfrm>
        </p:spPr>
        <p:txBody>
          <a:bodyPr>
            <a:noAutofit/>
          </a:bodyPr>
          <a:lstStyle>
            <a:lvl1pPr marL="0" indent="0" defTabSz="914400">
              <a:lnSpc>
                <a:spcPct val="100000"/>
              </a:lnSpc>
              <a:spcBef>
                <a:spcPts val="1000"/>
              </a:spcBef>
              <a:buFont typeface="Arial"/>
              <a:buNone/>
              <a:defRPr sz="1100" kern="1200">
                <a:solidFill>
                  <a:schemeClr val="bg1">
                    <a:lumMod val="75000"/>
                  </a:schemeClr>
                </a:solidFill>
                <a:latin typeface="+mn-lt"/>
                <a:ea typeface="+mn-lt"/>
                <a:cs typeface="+mn-lt"/>
              </a:defRPr>
            </a:lvl1pPr>
            <a:lvl2pPr marL="457200" indent="0">
              <a:buNone/>
              <a:defRPr/>
            </a:lvl2pPr>
          </a:lstStyle>
          <a:p>
            <a:pPr>
              <a:buNone/>
            </a:pPr>
            <a:r>
              <a:t>PLEASE ENTER ENGLISH TITLE</a:t>
            </a:r>
          </a:p>
        </p:txBody>
      </p:sp>
      <p:sp>
        <p:nvSpPr>
          <p:cNvPr id="28" name="文本占位符 85">
            <a:extLst>
              <a:ext uri="{FF2B5EF4-FFF2-40B4-BE49-F238E27FC236}">
                <a16:creationId xmlns:a16="http://schemas.microsoft.com/office/drawing/2014/main" id="{27253C1C-DCC5-46B6-848B-58ECE97A6CD3}"/>
              </a:ext>
            </a:extLst>
          </p:cNvPr>
          <p:cNvSpPr>
            <a:spLocks noGrp="1"/>
          </p:cNvSpPr>
          <p:nvPr>
            <p:ph type="body" idx="21" hasCustomPrompt="1"/>
          </p:nvPr>
        </p:nvSpPr>
        <p:spPr>
          <a:xfrm>
            <a:off x="5201508" y="5456437"/>
            <a:ext cx="2264633" cy="449148"/>
          </a:xfrm>
        </p:spPr>
        <p:txBody>
          <a:bodyPr>
            <a:noAutofit/>
          </a:bodyPr>
          <a:lstStyle>
            <a:lvl1pPr marL="0" indent="0" defTabSz="914400">
              <a:lnSpc>
                <a:spcPct val="90000"/>
              </a:lnSpc>
              <a:spcBef>
                <a:spcPct val="0"/>
              </a:spcBef>
              <a:buNone/>
              <a:defRPr sz="2400" b="1" kern="1200">
                <a:solidFill>
                  <a:srgbClr val="1D2974"/>
                </a:solidFill>
                <a:latin typeface="+mj-ea"/>
                <a:ea typeface="+mj-ea"/>
                <a:cs typeface="+mj-ea"/>
              </a:defRPr>
            </a:lvl1pPr>
          </a:lstStyle>
          <a:p>
            <a:pPr>
              <a:buNone/>
            </a:pPr>
            <a:r>
              <a:t>章节标题</a:t>
            </a:r>
          </a:p>
        </p:txBody>
      </p:sp>
      <p:sp>
        <p:nvSpPr>
          <p:cNvPr id="29" name="文本框 28">
            <a:extLst>
              <a:ext uri="{FF2B5EF4-FFF2-40B4-BE49-F238E27FC236}">
                <a16:creationId xmlns:a16="http://schemas.microsoft.com/office/drawing/2014/main" id="{8EE624A5-7B7A-4F5E-9AFF-F7967D5FF1DA}"/>
              </a:ext>
            </a:extLst>
          </p:cNvPr>
          <p:cNvSpPr>
            <a:spLocks noGrp="1"/>
          </p:cNvSpPr>
          <p:nvPr/>
        </p:nvSpPr>
        <p:spPr>
          <a:xfrm>
            <a:off x="8301166" y="5270500"/>
            <a:ext cx="1332543" cy="923330"/>
          </a:xfrm>
          <a:prstGeom prst="rect">
            <a:avLst/>
          </a:prstGeom>
          <a:noFill/>
        </p:spPr>
        <p:txBody>
          <a:bodyPr wrap="square">
            <a:spAutoFit/>
          </a:bodyPr>
          <a:lstStyle/>
          <a:p>
            <a:r>
              <a:rPr sz="5400" b="0">
                <a:solidFill>
                  <a:srgbClr val="CECECE"/>
                </a:solidFill>
                <a:latin typeface="+mn-lt"/>
                <a:ea typeface="+mn-lt"/>
                <a:cs typeface="+mn-lt"/>
              </a:rPr>
              <a:t>06</a:t>
            </a:r>
          </a:p>
        </p:txBody>
      </p:sp>
      <p:sp>
        <p:nvSpPr>
          <p:cNvPr id="30" name="文本占位符 52">
            <a:extLst>
              <a:ext uri="{FF2B5EF4-FFF2-40B4-BE49-F238E27FC236}">
                <a16:creationId xmlns:a16="http://schemas.microsoft.com/office/drawing/2014/main" id="{5477CBC3-4233-465C-AB21-96E5468BF7ED}"/>
              </a:ext>
            </a:extLst>
          </p:cNvPr>
          <p:cNvSpPr>
            <a:spLocks noGrp="1"/>
          </p:cNvSpPr>
          <p:nvPr>
            <p:ph type="body" idx="22" hasCustomPrompt="1"/>
          </p:nvPr>
        </p:nvSpPr>
        <p:spPr>
          <a:xfrm>
            <a:off x="9136191" y="5807552"/>
            <a:ext cx="2708275" cy="386278"/>
          </a:xfrm>
        </p:spPr>
        <p:txBody>
          <a:bodyPr>
            <a:noAutofit/>
          </a:bodyPr>
          <a:lstStyle>
            <a:lvl1pPr marL="0" indent="0" defTabSz="914400">
              <a:lnSpc>
                <a:spcPct val="100000"/>
              </a:lnSpc>
              <a:spcBef>
                <a:spcPts val="1000"/>
              </a:spcBef>
              <a:buFont typeface="Arial"/>
              <a:buNone/>
              <a:defRPr sz="1100" kern="1200">
                <a:solidFill>
                  <a:schemeClr val="bg1">
                    <a:lumMod val="75000"/>
                  </a:schemeClr>
                </a:solidFill>
                <a:latin typeface="+mn-lt"/>
                <a:ea typeface="+mn-lt"/>
                <a:cs typeface="+mn-lt"/>
              </a:defRPr>
            </a:lvl1pPr>
            <a:lvl2pPr marL="457200" indent="0">
              <a:buNone/>
              <a:defRPr/>
            </a:lvl2pPr>
          </a:lstStyle>
          <a:p>
            <a:pPr>
              <a:buNone/>
            </a:pPr>
            <a:r>
              <a:t>PLEASE ENTER ENGLISH TITLE</a:t>
            </a:r>
          </a:p>
        </p:txBody>
      </p:sp>
      <p:sp>
        <p:nvSpPr>
          <p:cNvPr id="31" name="文本占位符 85">
            <a:extLst>
              <a:ext uri="{FF2B5EF4-FFF2-40B4-BE49-F238E27FC236}">
                <a16:creationId xmlns:a16="http://schemas.microsoft.com/office/drawing/2014/main" id="{B6044547-C2A1-4174-B9AA-0C60CD3A2394}"/>
              </a:ext>
            </a:extLst>
          </p:cNvPr>
          <p:cNvSpPr>
            <a:spLocks noGrp="1"/>
          </p:cNvSpPr>
          <p:nvPr>
            <p:ph type="body" idx="23" hasCustomPrompt="1"/>
          </p:nvPr>
        </p:nvSpPr>
        <p:spPr>
          <a:xfrm>
            <a:off x="9136191" y="5456437"/>
            <a:ext cx="2264633" cy="449148"/>
          </a:xfrm>
        </p:spPr>
        <p:txBody>
          <a:bodyPr>
            <a:noAutofit/>
          </a:bodyPr>
          <a:lstStyle>
            <a:lvl1pPr marL="0" indent="0" defTabSz="914400">
              <a:lnSpc>
                <a:spcPct val="90000"/>
              </a:lnSpc>
              <a:spcBef>
                <a:spcPct val="0"/>
              </a:spcBef>
              <a:buNone/>
              <a:defRPr sz="2400" b="1" kern="1200">
                <a:solidFill>
                  <a:srgbClr val="1D2974"/>
                </a:solidFill>
                <a:latin typeface="+mj-ea"/>
                <a:ea typeface="+mj-ea"/>
                <a:cs typeface="+mj-ea"/>
              </a:defRPr>
            </a:lvl1pPr>
          </a:lstStyle>
          <a:p>
            <a:pPr>
              <a:buNone/>
            </a:pPr>
            <a:r>
              <a:t>章节标题</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过渡页1">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569AED-60C0-4367-B6E1-D390DBD4C7C1}"/>
              </a:ext>
            </a:extLst>
          </p:cNvPr>
          <p:cNvSpPr>
            <a:spLocks noGrp="1"/>
          </p:cNvSpPr>
          <p:nvPr>
            <p:ph type="title" hasCustomPrompt="1"/>
          </p:nvPr>
        </p:nvSpPr>
        <p:spPr>
          <a:xfrm>
            <a:off x="1486951" y="3135408"/>
            <a:ext cx="4054117" cy="1325563"/>
          </a:xfrm>
        </p:spPr>
        <p:txBody>
          <a:bodyPr/>
          <a:lstStyle>
            <a:lvl1pPr>
              <a:lnSpc>
                <a:spcPct val="100000"/>
              </a:lnSpc>
              <a:buNone/>
              <a:defRPr sz="7200" b="1" kern="1200">
                <a:solidFill>
                  <a:srgbClr val="1D2974"/>
                </a:solidFill>
                <a:latin typeface="+mj-ea"/>
                <a:ea typeface="+mj-ea"/>
                <a:cs typeface="+mj-ea"/>
              </a:defRPr>
            </a:lvl1pPr>
          </a:lstStyle>
          <a:p>
            <a:r>
              <a:t>章节标题</a:t>
            </a:r>
          </a:p>
        </p:txBody>
      </p:sp>
      <p:sp>
        <p:nvSpPr>
          <p:cNvPr id="6" name="文本框 5">
            <a:extLst>
              <a:ext uri="{FF2B5EF4-FFF2-40B4-BE49-F238E27FC236}">
                <a16:creationId xmlns:a16="http://schemas.microsoft.com/office/drawing/2014/main" id="{F6DC907F-6CE8-4275-8803-C9257A2E08D3}"/>
              </a:ext>
            </a:extLst>
          </p:cNvPr>
          <p:cNvSpPr>
            <a:spLocks noGrp="1"/>
          </p:cNvSpPr>
          <p:nvPr/>
        </p:nvSpPr>
        <p:spPr>
          <a:xfrm>
            <a:off x="1267731" y="1462032"/>
            <a:ext cx="2553904" cy="2646878"/>
          </a:xfrm>
          <a:prstGeom prst="rect">
            <a:avLst/>
          </a:prstGeom>
          <a:noFill/>
        </p:spPr>
        <p:txBody>
          <a:bodyPr wrap="none">
            <a:spAutoFit/>
          </a:bodyPr>
          <a:lstStyle/>
          <a:p>
            <a:r>
              <a:rPr sz="16600" b="1">
                <a:gradFill>
                  <a:gsLst>
                    <a:gs pos="0">
                      <a:srgbClr val="878787"/>
                    </a:gs>
                    <a:gs pos="84000">
                      <a:srgbClr val="BBBBBB">
                        <a:alpha val="0"/>
                      </a:srgbClr>
                    </a:gs>
                    <a:gs pos="100000">
                      <a:srgbClr val="CECECE">
                        <a:alpha val="30000"/>
                      </a:srgbClr>
                    </a:gs>
                  </a:gsLst>
                  <a:lin ang="5400000" scaled="1"/>
                </a:gradFill>
              </a:rPr>
              <a:t>01</a:t>
            </a:r>
          </a:p>
        </p:txBody>
      </p:sp>
      <p:pic>
        <p:nvPicPr>
          <p:cNvPr id="59" name="图片 48"/>
          <p:cNvPicPr>
            <a:picLocks noChangeAspect="1"/>
          </p:cNvPicPr>
          <p:nvPr/>
        </p:nvPicPr>
        <p:blipFill>
          <a:blip r:embed="rId2">
            <a:alphaModFix amt="50000"/>
            <a:lum bright="70000" contrast="-70000"/>
          </a:blip>
          <a:stretch>
            <a:fillRect/>
          </a:stretch>
        </p:blipFill>
        <p:spPr>
          <a:xfrm>
            <a:off x="6612597" y="-389817"/>
            <a:ext cx="7741999" cy="7765039"/>
          </a:xfrm>
          <a:prstGeom prst="rect">
            <a:avLst/>
          </a:prstGeom>
        </p:spPr>
      </p:pic>
      <p:sp>
        <p:nvSpPr>
          <p:cNvPr id="53" name="文本占位符 52">
            <a:extLst>
              <a:ext uri="{FF2B5EF4-FFF2-40B4-BE49-F238E27FC236}">
                <a16:creationId xmlns:a16="http://schemas.microsoft.com/office/drawing/2014/main" id="{56B184DA-9E3C-48D6-AC80-8D5AA99B5C94}"/>
              </a:ext>
            </a:extLst>
          </p:cNvPr>
          <p:cNvSpPr>
            <a:spLocks noGrp="1"/>
          </p:cNvSpPr>
          <p:nvPr>
            <p:ph type="body" idx="10" hasCustomPrompt="1"/>
          </p:nvPr>
        </p:nvSpPr>
        <p:spPr>
          <a:xfrm>
            <a:off x="1484881" y="4483270"/>
            <a:ext cx="4662764" cy="386278"/>
          </a:xfrm>
        </p:spPr>
        <p:txBody>
          <a:bodyPr>
            <a:noAutofit/>
          </a:bodyPr>
          <a:lstStyle>
            <a:lvl1pPr marL="0" indent="0" defTabSz="914400">
              <a:lnSpc>
                <a:spcPct val="100000"/>
              </a:lnSpc>
              <a:spcBef>
                <a:spcPts val="1000"/>
              </a:spcBef>
              <a:buFont typeface="Arial"/>
              <a:buNone/>
              <a:defRPr sz="2000" kern="1200">
                <a:solidFill>
                  <a:schemeClr val="bg1">
                    <a:lumMod val="65000"/>
                  </a:schemeClr>
                </a:solidFill>
                <a:latin typeface="+mn-lt"/>
                <a:ea typeface="+mn-lt"/>
                <a:cs typeface="+mn-lt"/>
              </a:defRPr>
            </a:lvl1pPr>
            <a:lvl2pPr marL="457200" indent="0">
              <a:buNone/>
              <a:defRPr/>
            </a:lvl2pPr>
          </a:lstStyle>
          <a:p>
            <a:pPr>
              <a:buNone/>
            </a:pPr>
            <a:r>
              <a:t>PLEASE ENTER ENGLISH TITLE</a:t>
            </a:r>
          </a:p>
        </p:txBody>
      </p:sp>
      <p:sp>
        <p:nvSpPr>
          <p:cNvPr id="54" name="文本框 53">
            <a:extLst>
              <a:ext uri="{FF2B5EF4-FFF2-40B4-BE49-F238E27FC236}">
                <a16:creationId xmlns:a16="http://schemas.microsoft.com/office/drawing/2014/main" id="{11F4E49E-2D53-4C44-A520-70E081AA7D04}"/>
              </a:ext>
            </a:extLst>
          </p:cNvPr>
          <p:cNvSpPr>
            <a:spLocks noGrp="1"/>
          </p:cNvSpPr>
          <p:nvPr/>
        </p:nvSpPr>
        <p:spPr>
          <a:xfrm>
            <a:off x="660400" y="6279802"/>
            <a:ext cx="5976576" cy="369332"/>
          </a:xfrm>
          <a:prstGeom prst="rect">
            <a:avLst/>
          </a:prstGeom>
          <a:noFill/>
        </p:spPr>
        <p:txBody>
          <a:bodyPr wrap="square" lIns="0">
            <a:normAutofit/>
          </a:bodyPr>
          <a:lstStyle/>
          <a:p>
            <a:r>
              <a:rPr>
                <a:solidFill>
                  <a:schemeClr val="accent1">
                    <a:lumMod val="40000"/>
                    <a:lumOff val="60000"/>
                  </a:schemeClr>
                </a:solidFill>
              </a:rPr>
              <a:t>含弘光大  继往开来 | www.swu.edu.cn</a:t>
            </a:r>
          </a:p>
        </p:txBody>
      </p:sp>
      <p:pic>
        <p:nvPicPr>
          <p:cNvPr id="62" name="图片 49"/>
          <p:cNvPicPr>
            <a:picLocks noChangeAspect="1"/>
          </p:cNvPicPr>
          <p:nvPr/>
        </p:nvPicPr>
        <p:blipFill>
          <a:blip r:embed="rId3"/>
          <a:stretch>
            <a:fillRect/>
          </a:stretch>
        </p:blipFill>
        <p:spPr>
          <a:xfrm>
            <a:off x="412446" y="310415"/>
            <a:ext cx="3101563" cy="1308201"/>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过渡页2">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03A938-197D-4000-ADE2-CC6D9AB60A6A}"/>
              </a:ext>
            </a:extLst>
          </p:cNvPr>
          <p:cNvSpPr>
            <a:spLocks noGrp="1"/>
          </p:cNvSpPr>
          <p:nvPr>
            <p:ph type="title" hasCustomPrompt="1"/>
          </p:nvPr>
        </p:nvSpPr>
        <p:spPr>
          <a:xfrm>
            <a:off x="1486951" y="3135408"/>
            <a:ext cx="4054117" cy="1325563"/>
          </a:xfrm>
        </p:spPr>
        <p:txBody>
          <a:bodyPr/>
          <a:lstStyle>
            <a:lvl1pPr>
              <a:lnSpc>
                <a:spcPct val="100000"/>
              </a:lnSpc>
              <a:buNone/>
              <a:defRPr sz="7200" b="1" kern="1200">
                <a:solidFill>
                  <a:srgbClr val="1D2974"/>
                </a:solidFill>
                <a:latin typeface="+mj-ea"/>
                <a:ea typeface="+mj-ea"/>
                <a:cs typeface="+mj-ea"/>
              </a:defRPr>
            </a:lvl1pPr>
          </a:lstStyle>
          <a:p>
            <a:r>
              <a:t>章节标题</a:t>
            </a:r>
          </a:p>
        </p:txBody>
      </p:sp>
      <p:sp>
        <p:nvSpPr>
          <p:cNvPr id="6" name="文本框 5">
            <a:extLst>
              <a:ext uri="{FF2B5EF4-FFF2-40B4-BE49-F238E27FC236}">
                <a16:creationId xmlns:a16="http://schemas.microsoft.com/office/drawing/2014/main" id="{F3A1C251-ED41-4F49-A885-CB6D2D082905}"/>
              </a:ext>
            </a:extLst>
          </p:cNvPr>
          <p:cNvSpPr>
            <a:spLocks noGrp="1"/>
          </p:cNvSpPr>
          <p:nvPr/>
        </p:nvSpPr>
        <p:spPr>
          <a:xfrm>
            <a:off x="1267731" y="1462032"/>
            <a:ext cx="2553904" cy="2646878"/>
          </a:xfrm>
          <a:prstGeom prst="rect">
            <a:avLst/>
          </a:prstGeom>
          <a:noFill/>
        </p:spPr>
        <p:txBody>
          <a:bodyPr wrap="none">
            <a:spAutoFit/>
          </a:bodyPr>
          <a:lstStyle/>
          <a:p>
            <a:r>
              <a:rPr sz="16600" b="1">
                <a:gradFill>
                  <a:gsLst>
                    <a:gs pos="0">
                      <a:srgbClr val="878787"/>
                    </a:gs>
                    <a:gs pos="84000">
                      <a:srgbClr val="BBBBBB">
                        <a:alpha val="0"/>
                      </a:srgbClr>
                    </a:gs>
                    <a:gs pos="100000">
                      <a:srgbClr val="CECECE">
                        <a:alpha val="30000"/>
                      </a:srgbClr>
                    </a:gs>
                  </a:gsLst>
                  <a:lin ang="5400000" scaled="1"/>
                </a:gradFill>
              </a:rPr>
              <a:t>02</a:t>
            </a:r>
          </a:p>
        </p:txBody>
      </p:sp>
      <p:pic>
        <p:nvPicPr>
          <p:cNvPr id="59" name="图片 48"/>
          <p:cNvPicPr>
            <a:picLocks noChangeAspect="1"/>
          </p:cNvPicPr>
          <p:nvPr/>
        </p:nvPicPr>
        <p:blipFill>
          <a:blip r:embed="rId2">
            <a:alphaModFix amt="50000"/>
            <a:lum bright="70000" contrast="-70000"/>
          </a:blip>
          <a:stretch>
            <a:fillRect/>
          </a:stretch>
        </p:blipFill>
        <p:spPr>
          <a:xfrm>
            <a:off x="6612597" y="-389817"/>
            <a:ext cx="7741999" cy="7765039"/>
          </a:xfrm>
          <a:prstGeom prst="rect">
            <a:avLst/>
          </a:prstGeom>
        </p:spPr>
      </p:pic>
      <p:sp>
        <p:nvSpPr>
          <p:cNvPr id="53" name="文本占位符 52">
            <a:extLst>
              <a:ext uri="{FF2B5EF4-FFF2-40B4-BE49-F238E27FC236}">
                <a16:creationId xmlns:a16="http://schemas.microsoft.com/office/drawing/2014/main" id="{28B87FB0-F9E9-4C8E-A573-0FE7178E41DB}"/>
              </a:ext>
            </a:extLst>
          </p:cNvPr>
          <p:cNvSpPr>
            <a:spLocks noGrp="1"/>
          </p:cNvSpPr>
          <p:nvPr>
            <p:ph type="body" idx="10" hasCustomPrompt="1"/>
          </p:nvPr>
        </p:nvSpPr>
        <p:spPr>
          <a:xfrm>
            <a:off x="1484881" y="4483270"/>
            <a:ext cx="4662764" cy="386278"/>
          </a:xfrm>
        </p:spPr>
        <p:txBody>
          <a:bodyPr>
            <a:noAutofit/>
          </a:bodyPr>
          <a:lstStyle>
            <a:lvl1pPr marL="0" indent="0" defTabSz="914400">
              <a:lnSpc>
                <a:spcPct val="100000"/>
              </a:lnSpc>
              <a:spcBef>
                <a:spcPts val="1000"/>
              </a:spcBef>
              <a:buFont typeface="Arial"/>
              <a:buNone/>
              <a:defRPr sz="2000" kern="1200">
                <a:solidFill>
                  <a:schemeClr val="bg1">
                    <a:lumMod val="65000"/>
                  </a:schemeClr>
                </a:solidFill>
                <a:latin typeface="+mn-lt"/>
                <a:ea typeface="+mn-lt"/>
                <a:cs typeface="+mn-lt"/>
              </a:defRPr>
            </a:lvl1pPr>
            <a:lvl2pPr marL="457200" indent="0">
              <a:buNone/>
              <a:defRPr/>
            </a:lvl2pPr>
          </a:lstStyle>
          <a:p>
            <a:pPr>
              <a:buNone/>
            </a:pPr>
            <a:r>
              <a:t>PLEASE ENTER ENGLISH TITLE</a:t>
            </a:r>
          </a:p>
        </p:txBody>
      </p:sp>
      <p:sp>
        <p:nvSpPr>
          <p:cNvPr id="54" name="文本框 53">
            <a:extLst>
              <a:ext uri="{FF2B5EF4-FFF2-40B4-BE49-F238E27FC236}">
                <a16:creationId xmlns:a16="http://schemas.microsoft.com/office/drawing/2014/main" id="{BFBFF800-F62D-483B-BFC4-0FA8A2B835E9}"/>
              </a:ext>
            </a:extLst>
          </p:cNvPr>
          <p:cNvSpPr>
            <a:spLocks noGrp="1"/>
          </p:cNvSpPr>
          <p:nvPr/>
        </p:nvSpPr>
        <p:spPr>
          <a:xfrm>
            <a:off x="660400" y="6279802"/>
            <a:ext cx="5976576" cy="369332"/>
          </a:xfrm>
          <a:prstGeom prst="rect">
            <a:avLst/>
          </a:prstGeom>
          <a:noFill/>
        </p:spPr>
        <p:txBody>
          <a:bodyPr wrap="square" lIns="0">
            <a:normAutofit/>
          </a:bodyPr>
          <a:lstStyle/>
          <a:p>
            <a:r>
              <a:rPr>
                <a:solidFill>
                  <a:schemeClr val="accent1">
                    <a:lumMod val="40000"/>
                    <a:lumOff val="60000"/>
                  </a:schemeClr>
                </a:solidFill>
              </a:rPr>
              <a:t>含弘光大  继往开来 | www.swu.edu.cn</a:t>
            </a:r>
          </a:p>
        </p:txBody>
      </p:sp>
      <p:pic>
        <p:nvPicPr>
          <p:cNvPr id="62" name="图片 49"/>
          <p:cNvPicPr>
            <a:picLocks noChangeAspect="1"/>
          </p:cNvPicPr>
          <p:nvPr/>
        </p:nvPicPr>
        <p:blipFill>
          <a:blip r:embed="rId3"/>
          <a:stretch>
            <a:fillRect/>
          </a:stretch>
        </p:blipFill>
        <p:spPr>
          <a:xfrm>
            <a:off x="412446" y="310415"/>
            <a:ext cx="3101563" cy="1308201"/>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过渡页3">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65DE13-2D1A-407D-ACD8-5944076ACFA5}"/>
              </a:ext>
            </a:extLst>
          </p:cNvPr>
          <p:cNvSpPr>
            <a:spLocks noGrp="1"/>
          </p:cNvSpPr>
          <p:nvPr>
            <p:ph type="title" hasCustomPrompt="1"/>
          </p:nvPr>
        </p:nvSpPr>
        <p:spPr>
          <a:xfrm>
            <a:off x="1486951" y="3135408"/>
            <a:ext cx="4054117" cy="1325563"/>
          </a:xfrm>
        </p:spPr>
        <p:txBody>
          <a:bodyPr/>
          <a:lstStyle>
            <a:lvl1pPr>
              <a:lnSpc>
                <a:spcPct val="100000"/>
              </a:lnSpc>
              <a:buNone/>
              <a:defRPr sz="7200" b="1" kern="1200">
                <a:solidFill>
                  <a:srgbClr val="1D2974"/>
                </a:solidFill>
                <a:latin typeface="+mj-ea"/>
                <a:ea typeface="+mj-ea"/>
                <a:cs typeface="+mj-ea"/>
              </a:defRPr>
            </a:lvl1pPr>
          </a:lstStyle>
          <a:p>
            <a:r>
              <a:t>章节标题</a:t>
            </a:r>
          </a:p>
        </p:txBody>
      </p:sp>
      <p:sp>
        <p:nvSpPr>
          <p:cNvPr id="6" name="文本框 5">
            <a:extLst>
              <a:ext uri="{FF2B5EF4-FFF2-40B4-BE49-F238E27FC236}">
                <a16:creationId xmlns:a16="http://schemas.microsoft.com/office/drawing/2014/main" id="{B9CDF8CD-7863-4EF2-BB3D-46CCC46B21F1}"/>
              </a:ext>
            </a:extLst>
          </p:cNvPr>
          <p:cNvSpPr>
            <a:spLocks noGrp="1"/>
          </p:cNvSpPr>
          <p:nvPr/>
        </p:nvSpPr>
        <p:spPr>
          <a:xfrm>
            <a:off x="1267731" y="1462032"/>
            <a:ext cx="2553904" cy="2646878"/>
          </a:xfrm>
          <a:prstGeom prst="rect">
            <a:avLst/>
          </a:prstGeom>
          <a:noFill/>
        </p:spPr>
        <p:txBody>
          <a:bodyPr wrap="none">
            <a:spAutoFit/>
          </a:bodyPr>
          <a:lstStyle/>
          <a:p>
            <a:r>
              <a:rPr sz="16600" b="1">
                <a:gradFill>
                  <a:gsLst>
                    <a:gs pos="0">
                      <a:srgbClr val="878787"/>
                    </a:gs>
                    <a:gs pos="84000">
                      <a:srgbClr val="BBBBBB">
                        <a:alpha val="0"/>
                      </a:srgbClr>
                    </a:gs>
                    <a:gs pos="100000">
                      <a:srgbClr val="CECECE">
                        <a:alpha val="30000"/>
                      </a:srgbClr>
                    </a:gs>
                  </a:gsLst>
                  <a:lin ang="5400000" scaled="1"/>
                </a:gradFill>
              </a:rPr>
              <a:t>03</a:t>
            </a:r>
          </a:p>
        </p:txBody>
      </p:sp>
      <p:pic>
        <p:nvPicPr>
          <p:cNvPr id="59" name="图片 48"/>
          <p:cNvPicPr>
            <a:picLocks noChangeAspect="1"/>
          </p:cNvPicPr>
          <p:nvPr/>
        </p:nvPicPr>
        <p:blipFill>
          <a:blip r:embed="rId2">
            <a:alphaModFix amt="50000"/>
            <a:lum bright="70000" contrast="-70000"/>
          </a:blip>
          <a:stretch>
            <a:fillRect/>
          </a:stretch>
        </p:blipFill>
        <p:spPr>
          <a:xfrm>
            <a:off x="6612597" y="-389817"/>
            <a:ext cx="7741999" cy="7765039"/>
          </a:xfrm>
          <a:prstGeom prst="rect">
            <a:avLst/>
          </a:prstGeom>
        </p:spPr>
      </p:pic>
      <p:sp>
        <p:nvSpPr>
          <p:cNvPr id="53" name="文本占位符 52">
            <a:extLst>
              <a:ext uri="{FF2B5EF4-FFF2-40B4-BE49-F238E27FC236}">
                <a16:creationId xmlns:a16="http://schemas.microsoft.com/office/drawing/2014/main" id="{DF0365FF-7B12-48A6-8777-4C07DFF70788}"/>
              </a:ext>
            </a:extLst>
          </p:cNvPr>
          <p:cNvSpPr>
            <a:spLocks noGrp="1"/>
          </p:cNvSpPr>
          <p:nvPr>
            <p:ph type="body" idx="10" hasCustomPrompt="1"/>
          </p:nvPr>
        </p:nvSpPr>
        <p:spPr>
          <a:xfrm>
            <a:off x="1484881" y="4483270"/>
            <a:ext cx="4662764" cy="386278"/>
          </a:xfrm>
        </p:spPr>
        <p:txBody>
          <a:bodyPr>
            <a:noAutofit/>
          </a:bodyPr>
          <a:lstStyle>
            <a:lvl1pPr marL="0" indent="0" defTabSz="914400">
              <a:lnSpc>
                <a:spcPct val="100000"/>
              </a:lnSpc>
              <a:spcBef>
                <a:spcPts val="1000"/>
              </a:spcBef>
              <a:buFont typeface="Arial"/>
              <a:buNone/>
              <a:defRPr sz="2000" kern="1200">
                <a:solidFill>
                  <a:schemeClr val="bg1">
                    <a:lumMod val="65000"/>
                  </a:schemeClr>
                </a:solidFill>
                <a:latin typeface="+mn-lt"/>
                <a:ea typeface="+mn-lt"/>
                <a:cs typeface="+mn-lt"/>
              </a:defRPr>
            </a:lvl1pPr>
            <a:lvl2pPr marL="457200" indent="0">
              <a:buNone/>
              <a:defRPr/>
            </a:lvl2pPr>
          </a:lstStyle>
          <a:p>
            <a:pPr>
              <a:buNone/>
            </a:pPr>
            <a:r>
              <a:t>PLEASE ENTER ENGLISH TITLE</a:t>
            </a:r>
          </a:p>
        </p:txBody>
      </p:sp>
      <p:sp>
        <p:nvSpPr>
          <p:cNvPr id="54" name="文本框 53">
            <a:extLst>
              <a:ext uri="{FF2B5EF4-FFF2-40B4-BE49-F238E27FC236}">
                <a16:creationId xmlns:a16="http://schemas.microsoft.com/office/drawing/2014/main" id="{5A1B1BCC-9812-4DFF-8AAF-23604F409B7D}"/>
              </a:ext>
            </a:extLst>
          </p:cNvPr>
          <p:cNvSpPr>
            <a:spLocks noGrp="1"/>
          </p:cNvSpPr>
          <p:nvPr/>
        </p:nvSpPr>
        <p:spPr>
          <a:xfrm>
            <a:off x="660400" y="6279802"/>
            <a:ext cx="5976576" cy="369332"/>
          </a:xfrm>
          <a:prstGeom prst="rect">
            <a:avLst/>
          </a:prstGeom>
          <a:noFill/>
        </p:spPr>
        <p:txBody>
          <a:bodyPr wrap="square" lIns="0">
            <a:normAutofit/>
          </a:bodyPr>
          <a:lstStyle/>
          <a:p>
            <a:r>
              <a:rPr>
                <a:solidFill>
                  <a:schemeClr val="accent1">
                    <a:lumMod val="40000"/>
                    <a:lumOff val="60000"/>
                  </a:schemeClr>
                </a:solidFill>
              </a:rPr>
              <a:t>含弘光大  继往开来 | www.swu.edu.cn</a:t>
            </a:r>
          </a:p>
        </p:txBody>
      </p:sp>
      <p:pic>
        <p:nvPicPr>
          <p:cNvPr id="62" name="图片 49"/>
          <p:cNvPicPr>
            <a:picLocks noChangeAspect="1"/>
          </p:cNvPicPr>
          <p:nvPr/>
        </p:nvPicPr>
        <p:blipFill>
          <a:blip r:embed="rId3"/>
          <a:stretch>
            <a:fillRect/>
          </a:stretch>
        </p:blipFill>
        <p:spPr>
          <a:xfrm>
            <a:off x="412446" y="310415"/>
            <a:ext cx="3101563" cy="1308201"/>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过渡页4">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5A48ED-378F-4E81-B052-64787B0B51ED}"/>
              </a:ext>
            </a:extLst>
          </p:cNvPr>
          <p:cNvSpPr>
            <a:spLocks noGrp="1"/>
          </p:cNvSpPr>
          <p:nvPr>
            <p:ph type="title" hasCustomPrompt="1"/>
          </p:nvPr>
        </p:nvSpPr>
        <p:spPr>
          <a:xfrm>
            <a:off x="1486951" y="3135408"/>
            <a:ext cx="4054117" cy="1325563"/>
          </a:xfrm>
        </p:spPr>
        <p:txBody>
          <a:bodyPr/>
          <a:lstStyle>
            <a:lvl1pPr>
              <a:lnSpc>
                <a:spcPct val="100000"/>
              </a:lnSpc>
              <a:buNone/>
              <a:defRPr sz="7200" b="1" kern="1200">
                <a:solidFill>
                  <a:srgbClr val="1D2974"/>
                </a:solidFill>
                <a:latin typeface="+mj-ea"/>
                <a:ea typeface="+mj-ea"/>
                <a:cs typeface="+mj-ea"/>
              </a:defRPr>
            </a:lvl1pPr>
          </a:lstStyle>
          <a:p>
            <a:r>
              <a:t>章节标题</a:t>
            </a:r>
          </a:p>
        </p:txBody>
      </p:sp>
      <p:sp>
        <p:nvSpPr>
          <p:cNvPr id="6" name="文本框 5">
            <a:extLst>
              <a:ext uri="{FF2B5EF4-FFF2-40B4-BE49-F238E27FC236}">
                <a16:creationId xmlns:a16="http://schemas.microsoft.com/office/drawing/2014/main" id="{DCF1B3C8-E97D-4B5E-9D9B-B5A16C21B811}"/>
              </a:ext>
            </a:extLst>
          </p:cNvPr>
          <p:cNvSpPr>
            <a:spLocks noGrp="1"/>
          </p:cNvSpPr>
          <p:nvPr/>
        </p:nvSpPr>
        <p:spPr>
          <a:xfrm>
            <a:off x="1267731" y="1462032"/>
            <a:ext cx="2553904" cy="2646878"/>
          </a:xfrm>
          <a:prstGeom prst="rect">
            <a:avLst/>
          </a:prstGeom>
          <a:noFill/>
        </p:spPr>
        <p:txBody>
          <a:bodyPr wrap="none">
            <a:spAutoFit/>
          </a:bodyPr>
          <a:lstStyle/>
          <a:p>
            <a:r>
              <a:rPr sz="16600" b="1">
                <a:gradFill>
                  <a:gsLst>
                    <a:gs pos="0">
                      <a:srgbClr val="878787"/>
                    </a:gs>
                    <a:gs pos="84000">
                      <a:srgbClr val="BBBBBB">
                        <a:alpha val="0"/>
                      </a:srgbClr>
                    </a:gs>
                    <a:gs pos="100000">
                      <a:srgbClr val="CECECE">
                        <a:alpha val="30000"/>
                      </a:srgbClr>
                    </a:gs>
                  </a:gsLst>
                  <a:lin ang="5400000" scaled="1"/>
                </a:gradFill>
              </a:rPr>
              <a:t>04</a:t>
            </a:r>
          </a:p>
        </p:txBody>
      </p:sp>
      <p:pic>
        <p:nvPicPr>
          <p:cNvPr id="59" name="图片 48"/>
          <p:cNvPicPr>
            <a:picLocks noChangeAspect="1"/>
          </p:cNvPicPr>
          <p:nvPr/>
        </p:nvPicPr>
        <p:blipFill>
          <a:blip r:embed="rId2">
            <a:alphaModFix amt="50000"/>
            <a:lum bright="70000" contrast="-70000"/>
          </a:blip>
          <a:stretch>
            <a:fillRect/>
          </a:stretch>
        </p:blipFill>
        <p:spPr>
          <a:xfrm>
            <a:off x="6612597" y="-389817"/>
            <a:ext cx="7741999" cy="7765039"/>
          </a:xfrm>
          <a:prstGeom prst="rect">
            <a:avLst/>
          </a:prstGeom>
        </p:spPr>
      </p:pic>
      <p:sp>
        <p:nvSpPr>
          <p:cNvPr id="53" name="文本占位符 52">
            <a:extLst>
              <a:ext uri="{FF2B5EF4-FFF2-40B4-BE49-F238E27FC236}">
                <a16:creationId xmlns:a16="http://schemas.microsoft.com/office/drawing/2014/main" id="{26034794-A678-47E7-A3E3-805D2250C522}"/>
              </a:ext>
            </a:extLst>
          </p:cNvPr>
          <p:cNvSpPr>
            <a:spLocks noGrp="1"/>
          </p:cNvSpPr>
          <p:nvPr>
            <p:ph type="body" idx="10" hasCustomPrompt="1"/>
          </p:nvPr>
        </p:nvSpPr>
        <p:spPr>
          <a:xfrm>
            <a:off x="1484881" y="4483270"/>
            <a:ext cx="4662764" cy="386278"/>
          </a:xfrm>
        </p:spPr>
        <p:txBody>
          <a:bodyPr>
            <a:noAutofit/>
          </a:bodyPr>
          <a:lstStyle>
            <a:lvl1pPr marL="0" indent="0" defTabSz="914400">
              <a:lnSpc>
                <a:spcPct val="100000"/>
              </a:lnSpc>
              <a:spcBef>
                <a:spcPts val="1000"/>
              </a:spcBef>
              <a:buFont typeface="Arial"/>
              <a:buNone/>
              <a:defRPr sz="2000" kern="1200">
                <a:solidFill>
                  <a:schemeClr val="bg1">
                    <a:lumMod val="65000"/>
                  </a:schemeClr>
                </a:solidFill>
                <a:latin typeface="+mn-lt"/>
                <a:ea typeface="+mn-lt"/>
                <a:cs typeface="+mn-lt"/>
              </a:defRPr>
            </a:lvl1pPr>
            <a:lvl2pPr marL="457200" indent="0">
              <a:buNone/>
              <a:defRPr/>
            </a:lvl2pPr>
          </a:lstStyle>
          <a:p>
            <a:pPr>
              <a:buNone/>
            </a:pPr>
            <a:r>
              <a:t>PLEASE ENTER ENGLISH TITLE</a:t>
            </a:r>
          </a:p>
        </p:txBody>
      </p:sp>
      <p:sp>
        <p:nvSpPr>
          <p:cNvPr id="54" name="文本框 53">
            <a:extLst>
              <a:ext uri="{FF2B5EF4-FFF2-40B4-BE49-F238E27FC236}">
                <a16:creationId xmlns:a16="http://schemas.microsoft.com/office/drawing/2014/main" id="{108B0CE3-5AE4-4F32-8341-530E8C86BE7B}"/>
              </a:ext>
            </a:extLst>
          </p:cNvPr>
          <p:cNvSpPr>
            <a:spLocks noGrp="1"/>
          </p:cNvSpPr>
          <p:nvPr/>
        </p:nvSpPr>
        <p:spPr>
          <a:xfrm>
            <a:off x="660400" y="6279802"/>
            <a:ext cx="5976576" cy="369332"/>
          </a:xfrm>
          <a:prstGeom prst="rect">
            <a:avLst/>
          </a:prstGeom>
          <a:noFill/>
        </p:spPr>
        <p:txBody>
          <a:bodyPr wrap="square" lIns="0">
            <a:normAutofit/>
          </a:bodyPr>
          <a:lstStyle/>
          <a:p>
            <a:r>
              <a:rPr>
                <a:solidFill>
                  <a:schemeClr val="accent1">
                    <a:lumMod val="40000"/>
                    <a:lumOff val="60000"/>
                  </a:schemeClr>
                </a:solidFill>
              </a:rPr>
              <a:t>含弘光大  继往开来 | www.swu.edu.cn</a:t>
            </a:r>
          </a:p>
        </p:txBody>
      </p:sp>
      <p:pic>
        <p:nvPicPr>
          <p:cNvPr id="62" name="图片 49"/>
          <p:cNvPicPr>
            <a:picLocks noChangeAspect="1"/>
          </p:cNvPicPr>
          <p:nvPr/>
        </p:nvPicPr>
        <p:blipFill>
          <a:blip r:embed="rId3"/>
          <a:stretch>
            <a:fillRect/>
          </a:stretch>
        </p:blipFill>
        <p:spPr>
          <a:xfrm>
            <a:off x="412446" y="310415"/>
            <a:ext cx="3101563" cy="1308201"/>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过渡页5">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560AEF-C901-44F4-85E4-707FDC1ABDD6}"/>
              </a:ext>
            </a:extLst>
          </p:cNvPr>
          <p:cNvSpPr>
            <a:spLocks noGrp="1"/>
          </p:cNvSpPr>
          <p:nvPr>
            <p:ph type="title" hasCustomPrompt="1"/>
          </p:nvPr>
        </p:nvSpPr>
        <p:spPr>
          <a:xfrm>
            <a:off x="1486951" y="3135408"/>
            <a:ext cx="4054117" cy="1325563"/>
          </a:xfrm>
        </p:spPr>
        <p:txBody>
          <a:bodyPr/>
          <a:lstStyle>
            <a:lvl1pPr>
              <a:lnSpc>
                <a:spcPct val="100000"/>
              </a:lnSpc>
              <a:buNone/>
              <a:defRPr sz="7200" b="1" kern="1200">
                <a:solidFill>
                  <a:srgbClr val="1D2974"/>
                </a:solidFill>
                <a:latin typeface="+mj-ea"/>
                <a:ea typeface="+mj-ea"/>
                <a:cs typeface="+mj-ea"/>
              </a:defRPr>
            </a:lvl1pPr>
          </a:lstStyle>
          <a:p>
            <a:r>
              <a:t>章节标题</a:t>
            </a:r>
          </a:p>
        </p:txBody>
      </p:sp>
      <p:sp>
        <p:nvSpPr>
          <p:cNvPr id="6" name="文本框 5">
            <a:extLst>
              <a:ext uri="{FF2B5EF4-FFF2-40B4-BE49-F238E27FC236}">
                <a16:creationId xmlns:a16="http://schemas.microsoft.com/office/drawing/2014/main" id="{BC1E2F3E-F8B8-408E-A08C-98D016875B60}"/>
              </a:ext>
            </a:extLst>
          </p:cNvPr>
          <p:cNvSpPr>
            <a:spLocks noGrp="1"/>
          </p:cNvSpPr>
          <p:nvPr/>
        </p:nvSpPr>
        <p:spPr>
          <a:xfrm>
            <a:off x="1267731" y="1462032"/>
            <a:ext cx="2553904" cy="2646878"/>
          </a:xfrm>
          <a:prstGeom prst="rect">
            <a:avLst/>
          </a:prstGeom>
          <a:noFill/>
        </p:spPr>
        <p:txBody>
          <a:bodyPr wrap="none">
            <a:spAutoFit/>
          </a:bodyPr>
          <a:lstStyle/>
          <a:p>
            <a:r>
              <a:rPr sz="16600" b="1">
                <a:gradFill>
                  <a:gsLst>
                    <a:gs pos="0">
                      <a:srgbClr val="878787"/>
                    </a:gs>
                    <a:gs pos="84000">
                      <a:srgbClr val="BBBBBB">
                        <a:alpha val="0"/>
                      </a:srgbClr>
                    </a:gs>
                    <a:gs pos="100000">
                      <a:srgbClr val="CECECE">
                        <a:alpha val="30000"/>
                      </a:srgbClr>
                    </a:gs>
                  </a:gsLst>
                  <a:lin ang="5400000" scaled="1"/>
                </a:gradFill>
              </a:rPr>
              <a:t>05</a:t>
            </a:r>
          </a:p>
        </p:txBody>
      </p:sp>
      <p:pic>
        <p:nvPicPr>
          <p:cNvPr id="59" name="图片 48"/>
          <p:cNvPicPr>
            <a:picLocks noChangeAspect="1"/>
          </p:cNvPicPr>
          <p:nvPr/>
        </p:nvPicPr>
        <p:blipFill>
          <a:blip r:embed="rId2">
            <a:alphaModFix amt="50000"/>
            <a:lum bright="70000" contrast="-70000"/>
          </a:blip>
          <a:stretch>
            <a:fillRect/>
          </a:stretch>
        </p:blipFill>
        <p:spPr>
          <a:xfrm>
            <a:off x="6612597" y="-389817"/>
            <a:ext cx="7741999" cy="7765039"/>
          </a:xfrm>
          <a:prstGeom prst="rect">
            <a:avLst/>
          </a:prstGeom>
        </p:spPr>
      </p:pic>
      <p:sp>
        <p:nvSpPr>
          <p:cNvPr id="53" name="文本占位符 52">
            <a:extLst>
              <a:ext uri="{FF2B5EF4-FFF2-40B4-BE49-F238E27FC236}">
                <a16:creationId xmlns:a16="http://schemas.microsoft.com/office/drawing/2014/main" id="{669DCF56-0ED9-4B10-A65E-21516E738552}"/>
              </a:ext>
            </a:extLst>
          </p:cNvPr>
          <p:cNvSpPr>
            <a:spLocks noGrp="1"/>
          </p:cNvSpPr>
          <p:nvPr>
            <p:ph type="body" idx="10" hasCustomPrompt="1"/>
          </p:nvPr>
        </p:nvSpPr>
        <p:spPr>
          <a:xfrm>
            <a:off x="1484881" y="4483270"/>
            <a:ext cx="4662764" cy="386278"/>
          </a:xfrm>
        </p:spPr>
        <p:txBody>
          <a:bodyPr>
            <a:noAutofit/>
          </a:bodyPr>
          <a:lstStyle>
            <a:lvl1pPr marL="0" indent="0" defTabSz="914400">
              <a:lnSpc>
                <a:spcPct val="100000"/>
              </a:lnSpc>
              <a:spcBef>
                <a:spcPts val="1000"/>
              </a:spcBef>
              <a:buFont typeface="Arial"/>
              <a:buNone/>
              <a:defRPr sz="2000" kern="1200">
                <a:solidFill>
                  <a:schemeClr val="bg1">
                    <a:lumMod val="65000"/>
                  </a:schemeClr>
                </a:solidFill>
                <a:latin typeface="+mn-lt"/>
                <a:ea typeface="+mn-lt"/>
                <a:cs typeface="+mn-lt"/>
              </a:defRPr>
            </a:lvl1pPr>
            <a:lvl2pPr marL="457200" indent="0">
              <a:buNone/>
              <a:defRPr/>
            </a:lvl2pPr>
          </a:lstStyle>
          <a:p>
            <a:pPr>
              <a:buNone/>
            </a:pPr>
            <a:r>
              <a:t>PLEASE ENTER ENGLISH TITLE</a:t>
            </a:r>
          </a:p>
        </p:txBody>
      </p:sp>
      <p:sp>
        <p:nvSpPr>
          <p:cNvPr id="54" name="文本框 53">
            <a:extLst>
              <a:ext uri="{FF2B5EF4-FFF2-40B4-BE49-F238E27FC236}">
                <a16:creationId xmlns:a16="http://schemas.microsoft.com/office/drawing/2014/main" id="{8F82EFF6-B387-4EF7-89BE-165E3C61F119}"/>
              </a:ext>
            </a:extLst>
          </p:cNvPr>
          <p:cNvSpPr>
            <a:spLocks noGrp="1"/>
          </p:cNvSpPr>
          <p:nvPr/>
        </p:nvSpPr>
        <p:spPr>
          <a:xfrm>
            <a:off x="660400" y="6279802"/>
            <a:ext cx="5976576" cy="369332"/>
          </a:xfrm>
          <a:prstGeom prst="rect">
            <a:avLst/>
          </a:prstGeom>
          <a:noFill/>
        </p:spPr>
        <p:txBody>
          <a:bodyPr wrap="square" lIns="0">
            <a:normAutofit/>
          </a:bodyPr>
          <a:lstStyle/>
          <a:p>
            <a:r>
              <a:rPr>
                <a:solidFill>
                  <a:schemeClr val="accent1">
                    <a:lumMod val="40000"/>
                    <a:lumOff val="60000"/>
                  </a:schemeClr>
                </a:solidFill>
              </a:rPr>
              <a:t>含弘光大  继往开来 | www.swu.edu.cn</a:t>
            </a:r>
          </a:p>
        </p:txBody>
      </p:sp>
      <p:pic>
        <p:nvPicPr>
          <p:cNvPr id="62" name="图片 49"/>
          <p:cNvPicPr>
            <a:picLocks noChangeAspect="1"/>
          </p:cNvPicPr>
          <p:nvPr/>
        </p:nvPicPr>
        <p:blipFill>
          <a:blip r:embed="rId3"/>
          <a:stretch>
            <a:fillRect/>
          </a:stretch>
        </p:blipFill>
        <p:spPr>
          <a:xfrm>
            <a:off x="412446" y="310415"/>
            <a:ext cx="3101563" cy="1308201"/>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过渡页6">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561BE1-F624-48C2-8D02-D56A374BB9FD}"/>
              </a:ext>
            </a:extLst>
          </p:cNvPr>
          <p:cNvSpPr>
            <a:spLocks noGrp="1"/>
          </p:cNvSpPr>
          <p:nvPr>
            <p:ph type="title" hasCustomPrompt="1"/>
          </p:nvPr>
        </p:nvSpPr>
        <p:spPr>
          <a:xfrm>
            <a:off x="1486951" y="3135408"/>
            <a:ext cx="4054117" cy="1325563"/>
          </a:xfrm>
        </p:spPr>
        <p:txBody>
          <a:bodyPr/>
          <a:lstStyle>
            <a:lvl1pPr>
              <a:lnSpc>
                <a:spcPct val="100000"/>
              </a:lnSpc>
              <a:buNone/>
              <a:defRPr sz="7200" b="1" kern="1200">
                <a:solidFill>
                  <a:srgbClr val="1D2974"/>
                </a:solidFill>
                <a:latin typeface="+mj-ea"/>
                <a:ea typeface="+mj-ea"/>
                <a:cs typeface="+mj-ea"/>
              </a:defRPr>
            </a:lvl1pPr>
          </a:lstStyle>
          <a:p>
            <a:r>
              <a:t>章节标题</a:t>
            </a:r>
          </a:p>
        </p:txBody>
      </p:sp>
      <p:sp>
        <p:nvSpPr>
          <p:cNvPr id="6" name="文本框 5">
            <a:extLst>
              <a:ext uri="{FF2B5EF4-FFF2-40B4-BE49-F238E27FC236}">
                <a16:creationId xmlns:a16="http://schemas.microsoft.com/office/drawing/2014/main" id="{F1EF624C-C856-4284-BD4D-A7FFAABBDF8D}"/>
              </a:ext>
            </a:extLst>
          </p:cNvPr>
          <p:cNvSpPr>
            <a:spLocks noGrp="1"/>
          </p:cNvSpPr>
          <p:nvPr/>
        </p:nvSpPr>
        <p:spPr>
          <a:xfrm>
            <a:off x="1267731" y="1462032"/>
            <a:ext cx="2553904" cy="2646878"/>
          </a:xfrm>
          <a:prstGeom prst="rect">
            <a:avLst/>
          </a:prstGeom>
          <a:noFill/>
        </p:spPr>
        <p:txBody>
          <a:bodyPr wrap="none">
            <a:spAutoFit/>
          </a:bodyPr>
          <a:lstStyle/>
          <a:p>
            <a:r>
              <a:rPr sz="16600" b="1">
                <a:gradFill>
                  <a:gsLst>
                    <a:gs pos="0">
                      <a:srgbClr val="878787"/>
                    </a:gs>
                    <a:gs pos="84000">
                      <a:srgbClr val="BBBBBB">
                        <a:alpha val="0"/>
                      </a:srgbClr>
                    </a:gs>
                    <a:gs pos="100000">
                      <a:srgbClr val="CECECE">
                        <a:alpha val="30000"/>
                      </a:srgbClr>
                    </a:gs>
                  </a:gsLst>
                  <a:lin ang="5400000" scaled="1"/>
                </a:gradFill>
              </a:rPr>
              <a:t>06</a:t>
            </a:r>
          </a:p>
        </p:txBody>
      </p:sp>
      <p:pic>
        <p:nvPicPr>
          <p:cNvPr id="59" name="图片 48"/>
          <p:cNvPicPr>
            <a:picLocks noChangeAspect="1"/>
          </p:cNvPicPr>
          <p:nvPr/>
        </p:nvPicPr>
        <p:blipFill>
          <a:blip r:embed="rId2">
            <a:alphaModFix amt="50000"/>
            <a:lum bright="70000" contrast="-70000"/>
          </a:blip>
          <a:stretch>
            <a:fillRect/>
          </a:stretch>
        </p:blipFill>
        <p:spPr>
          <a:xfrm>
            <a:off x="6612597" y="-389817"/>
            <a:ext cx="7741999" cy="7765039"/>
          </a:xfrm>
          <a:prstGeom prst="rect">
            <a:avLst/>
          </a:prstGeom>
        </p:spPr>
      </p:pic>
      <p:sp>
        <p:nvSpPr>
          <p:cNvPr id="53" name="文本占位符 52">
            <a:extLst>
              <a:ext uri="{FF2B5EF4-FFF2-40B4-BE49-F238E27FC236}">
                <a16:creationId xmlns:a16="http://schemas.microsoft.com/office/drawing/2014/main" id="{098CB093-844C-4F47-8B61-FAF65FA4A746}"/>
              </a:ext>
            </a:extLst>
          </p:cNvPr>
          <p:cNvSpPr>
            <a:spLocks noGrp="1"/>
          </p:cNvSpPr>
          <p:nvPr>
            <p:ph type="body" idx="10" hasCustomPrompt="1"/>
          </p:nvPr>
        </p:nvSpPr>
        <p:spPr>
          <a:xfrm>
            <a:off x="1484881" y="4483270"/>
            <a:ext cx="4662764" cy="386278"/>
          </a:xfrm>
        </p:spPr>
        <p:txBody>
          <a:bodyPr>
            <a:noAutofit/>
          </a:bodyPr>
          <a:lstStyle>
            <a:lvl1pPr marL="0" indent="0" defTabSz="914400">
              <a:lnSpc>
                <a:spcPct val="100000"/>
              </a:lnSpc>
              <a:spcBef>
                <a:spcPts val="1000"/>
              </a:spcBef>
              <a:buFont typeface="Arial"/>
              <a:buNone/>
              <a:defRPr sz="2000" kern="1200">
                <a:solidFill>
                  <a:schemeClr val="bg1">
                    <a:lumMod val="65000"/>
                  </a:schemeClr>
                </a:solidFill>
                <a:latin typeface="+mn-lt"/>
                <a:ea typeface="+mn-lt"/>
                <a:cs typeface="+mn-lt"/>
              </a:defRPr>
            </a:lvl1pPr>
            <a:lvl2pPr marL="457200" indent="0">
              <a:buNone/>
              <a:defRPr/>
            </a:lvl2pPr>
          </a:lstStyle>
          <a:p>
            <a:pPr>
              <a:buNone/>
            </a:pPr>
            <a:r>
              <a:t>PLEASE ENTER ENGLISH TITLE</a:t>
            </a:r>
          </a:p>
        </p:txBody>
      </p:sp>
      <p:sp>
        <p:nvSpPr>
          <p:cNvPr id="54" name="文本框 53">
            <a:extLst>
              <a:ext uri="{FF2B5EF4-FFF2-40B4-BE49-F238E27FC236}">
                <a16:creationId xmlns:a16="http://schemas.microsoft.com/office/drawing/2014/main" id="{4B43F4CD-30C2-4B96-A0D4-FF2C74AD41E2}"/>
              </a:ext>
            </a:extLst>
          </p:cNvPr>
          <p:cNvSpPr>
            <a:spLocks noGrp="1"/>
          </p:cNvSpPr>
          <p:nvPr/>
        </p:nvSpPr>
        <p:spPr>
          <a:xfrm>
            <a:off x="660400" y="6279802"/>
            <a:ext cx="5976576" cy="369332"/>
          </a:xfrm>
          <a:prstGeom prst="rect">
            <a:avLst/>
          </a:prstGeom>
          <a:noFill/>
        </p:spPr>
        <p:txBody>
          <a:bodyPr wrap="square" lIns="0">
            <a:normAutofit/>
          </a:bodyPr>
          <a:lstStyle/>
          <a:p>
            <a:r>
              <a:rPr>
                <a:solidFill>
                  <a:schemeClr val="accent1">
                    <a:lumMod val="40000"/>
                    <a:lumOff val="60000"/>
                  </a:schemeClr>
                </a:solidFill>
              </a:rPr>
              <a:t>含弘光大  继往开来 | www.swu.edu.cn</a:t>
            </a:r>
          </a:p>
        </p:txBody>
      </p:sp>
      <p:pic>
        <p:nvPicPr>
          <p:cNvPr id="62" name="图片 49"/>
          <p:cNvPicPr>
            <a:picLocks noChangeAspect="1"/>
          </p:cNvPicPr>
          <p:nvPr/>
        </p:nvPicPr>
        <p:blipFill>
          <a:blip r:embed="rId3"/>
          <a:stretch>
            <a:fillRect/>
          </a:stretch>
        </p:blipFill>
        <p:spPr>
          <a:xfrm>
            <a:off x="412446" y="310415"/>
            <a:ext cx="3101563" cy="1308201"/>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内容页1">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937CEC-ACFC-4782-AFC2-A8172754E766}"/>
              </a:ext>
            </a:extLst>
          </p:cNvPr>
          <p:cNvSpPr>
            <a:spLocks noGrp="1"/>
          </p:cNvSpPr>
          <p:nvPr>
            <p:ph type="title" hasCustomPrompt="1"/>
          </p:nvPr>
        </p:nvSpPr>
        <p:spPr>
          <a:xfrm>
            <a:off x="1057274" y="323240"/>
            <a:ext cx="7893865" cy="480131"/>
          </a:xfrm>
          <a:prstGeom prst="rect">
            <a:avLst/>
          </a:prstGeom>
          <a:noFill/>
        </p:spPr>
        <p:txBody>
          <a:bodyPr wrap="square" lIns="0">
            <a:spAutoFit/>
          </a:bodyPr>
          <a:lstStyle>
            <a:lvl1pPr>
              <a:buNone/>
              <a:defRPr sz="2800" b="1">
                <a:solidFill>
                  <a:srgbClr val="1D2974"/>
                </a:solidFill>
                <a:latin typeface="+mj-ea"/>
                <a:ea typeface="+mj-ea"/>
                <a:cs typeface="+mj-ea"/>
              </a:defRPr>
            </a:lvl1pPr>
          </a:lstStyle>
          <a:p>
            <a:r>
              <a:rPr sz="2800" b="1">
                <a:solidFill>
                  <a:srgbClr val="1D2974"/>
                </a:solidFill>
                <a:latin typeface="+mj-ea"/>
                <a:ea typeface="+mj-ea"/>
                <a:cs typeface="+mj-ea"/>
              </a:rPr>
              <a:t>请输入你的标题或观点</a:t>
            </a:r>
          </a:p>
        </p:txBody>
      </p:sp>
      <p:sp>
        <p:nvSpPr>
          <p:cNvPr id="7" name="直接连接符 6">
            <a:extLst>
              <a:ext uri="{FF2B5EF4-FFF2-40B4-BE49-F238E27FC236}">
                <a16:creationId xmlns:a16="http://schemas.microsoft.com/office/drawing/2014/main" id="{BDB61B1B-9B8C-469D-80A5-2A599E4B2927}"/>
              </a:ext>
            </a:extLst>
          </p:cNvPr>
          <p:cNvSpPr>
            <a:spLocks noGrp="1"/>
          </p:cNvSpPr>
          <p:nvPr/>
        </p:nvSpPr>
        <p:spPr>
          <a:xfrm>
            <a:off x="506307" y="80385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8" name="直接连接符 7">
            <a:extLst>
              <a:ext uri="{FF2B5EF4-FFF2-40B4-BE49-F238E27FC236}">
                <a16:creationId xmlns:a16="http://schemas.microsoft.com/office/drawing/2014/main" id="{91FEAE8A-521B-4512-A578-DC118E4E16C4}"/>
              </a:ext>
            </a:extLst>
          </p:cNvPr>
          <p:cNvSpPr>
            <a:spLocks noGrp="1"/>
          </p:cNvSpPr>
          <p:nvPr/>
        </p:nvSpPr>
        <p:spPr>
          <a:xfrm>
            <a:off x="495300" y="638050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50" name="文本框 49">
            <a:extLst>
              <a:ext uri="{FF2B5EF4-FFF2-40B4-BE49-F238E27FC236}">
                <a16:creationId xmlns:a16="http://schemas.microsoft.com/office/drawing/2014/main" id="{F3760291-FDD7-4A70-B79B-62F1BCF8350A}"/>
              </a:ext>
            </a:extLst>
          </p:cNvPr>
          <p:cNvSpPr>
            <a:spLocks noGrp="1"/>
          </p:cNvSpPr>
          <p:nvPr/>
        </p:nvSpPr>
        <p:spPr>
          <a:xfrm>
            <a:off x="495300" y="6426922"/>
            <a:ext cx="2120900" cy="369332"/>
          </a:xfrm>
          <a:prstGeom prst="rect">
            <a:avLst/>
          </a:prstGeom>
          <a:noFill/>
        </p:spPr>
        <p:txBody>
          <a:bodyPr wrap="square" lIns="0">
            <a:normAutofit/>
          </a:bodyPr>
          <a:lstStyle/>
          <a:p>
            <a:r>
              <a:rPr sz="1400">
                <a:solidFill>
                  <a:schemeClr val="accent1">
                    <a:lumMod val="60000"/>
                    <a:lumOff val="40000"/>
                  </a:schemeClr>
                </a:solidFill>
              </a:rPr>
              <a:t>含弘光大  继往开来</a:t>
            </a:r>
          </a:p>
        </p:txBody>
      </p:sp>
      <p:sp>
        <p:nvSpPr>
          <p:cNvPr id="51" name="文本框 50">
            <a:extLst>
              <a:ext uri="{FF2B5EF4-FFF2-40B4-BE49-F238E27FC236}">
                <a16:creationId xmlns:a16="http://schemas.microsoft.com/office/drawing/2014/main" id="{CE88EB21-C39B-4D92-BB9E-C734B828052D}"/>
              </a:ext>
            </a:extLst>
          </p:cNvPr>
          <p:cNvSpPr>
            <a:spLocks noGrp="1"/>
          </p:cNvSpPr>
          <p:nvPr/>
        </p:nvSpPr>
        <p:spPr>
          <a:xfrm>
            <a:off x="9404350" y="6426922"/>
            <a:ext cx="2347413" cy="369332"/>
          </a:xfrm>
          <a:prstGeom prst="rect">
            <a:avLst/>
          </a:prstGeom>
          <a:noFill/>
        </p:spPr>
        <p:txBody>
          <a:bodyPr wrap="square" lIns="0" rIns="0">
            <a:normAutofit/>
          </a:bodyPr>
          <a:lstStyle/>
          <a:p>
            <a:pPr algn="r">
              <a:buNone/>
            </a:pPr>
            <a:r>
              <a:rPr sz="1400">
                <a:solidFill>
                  <a:schemeClr val="accent1">
                    <a:lumMod val="60000"/>
                    <a:lumOff val="40000"/>
                  </a:schemeClr>
                </a:solidFill>
              </a:rPr>
              <a:t>www.swu.edu.cn</a:t>
            </a:r>
          </a:p>
        </p:txBody>
      </p:sp>
      <p:sp>
        <p:nvSpPr>
          <p:cNvPr id="52" name="等腰三角形 51">
            <a:extLst>
              <a:ext uri="{FF2B5EF4-FFF2-40B4-BE49-F238E27FC236}">
                <a16:creationId xmlns:a16="http://schemas.microsoft.com/office/drawing/2014/main" id="{15C952CD-BD82-4D97-B86E-8857DD1217AF}"/>
              </a:ext>
            </a:extLst>
          </p:cNvPr>
          <p:cNvSpPr>
            <a:spLocks noGrp="1"/>
          </p:cNvSpPr>
          <p:nvPr/>
        </p:nvSpPr>
        <p:spPr>
          <a:xfrm rot="5400000">
            <a:off x="517080" y="414159"/>
            <a:ext cx="346021" cy="298294"/>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3" name="等腰三角形 52">
            <a:extLst>
              <a:ext uri="{FF2B5EF4-FFF2-40B4-BE49-F238E27FC236}">
                <a16:creationId xmlns:a16="http://schemas.microsoft.com/office/drawing/2014/main" id="{7559FAB9-E2C4-4E93-9CDA-1453EF225662}"/>
              </a:ext>
            </a:extLst>
          </p:cNvPr>
          <p:cNvSpPr>
            <a:spLocks noGrp="1"/>
          </p:cNvSpPr>
          <p:nvPr/>
        </p:nvSpPr>
        <p:spPr>
          <a:xfrm rot="5400000">
            <a:off x="696063" y="439993"/>
            <a:ext cx="286086" cy="246626"/>
          </a:xfrm>
          <a:prstGeom prs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62" name="图片 53"/>
          <p:cNvPicPr>
            <a:picLocks noChangeAspect="1"/>
          </p:cNvPicPr>
          <p:nvPr/>
        </p:nvPicPr>
        <p:blipFill>
          <a:blip r:embed="rId2"/>
          <a:stretch>
            <a:fillRect/>
          </a:stretch>
        </p:blipFill>
        <p:spPr>
          <a:xfrm>
            <a:off x="9502107" y="-42297"/>
            <a:ext cx="2918494" cy="1230985"/>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内容页2">
    <p:spTree>
      <p:nvGrpSpPr>
        <p:cNvPr id="1" name=""/>
        <p:cNvGrpSpPr/>
        <p:nvPr/>
      </p:nvGrpSpPr>
      <p:grpSpPr>
        <a:xfrm>
          <a:off x="0" y="0"/>
          <a:ext cx="0" cy="0"/>
          <a:chOff x="0" y="0"/>
          <a:chExt cx="0" cy="0"/>
        </a:xfrm>
      </p:grpSpPr>
      <p:sp>
        <p:nvSpPr>
          <p:cNvPr id="52" name="矩形 51">
            <a:extLst>
              <a:ext uri="{FF2B5EF4-FFF2-40B4-BE49-F238E27FC236}">
                <a16:creationId xmlns:a16="http://schemas.microsoft.com/office/drawing/2014/main" id="{C9578B9B-89D6-4D7F-A6EC-8359AA2D229B}"/>
              </a:ext>
            </a:extLst>
          </p:cNvPr>
          <p:cNvSpPr>
            <a:spLocks noGrp="1"/>
          </p:cNvSpPr>
          <p:nvPr/>
        </p:nvSpPr>
        <p:spPr>
          <a:xfrm>
            <a:off x="0" y="6421120"/>
            <a:ext cx="12192000" cy="436880"/>
          </a:xfrm>
          <a:prstGeom prst="rect">
            <a:avLst/>
          </a:prstGeom>
          <a:solidFill>
            <a:srgbClr val="1D29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 name="标题 1">
            <a:extLst>
              <a:ext uri="{FF2B5EF4-FFF2-40B4-BE49-F238E27FC236}">
                <a16:creationId xmlns:a16="http://schemas.microsoft.com/office/drawing/2014/main" id="{C55A71C1-75B8-4C5C-9F9C-8077F56B5D3F}"/>
              </a:ext>
            </a:extLst>
          </p:cNvPr>
          <p:cNvSpPr>
            <a:spLocks noGrp="1"/>
          </p:cNvSpPr>
          <p:nvPr>
            <p:ph type="title" hasCustomPrompt="1"/>
          </p:nvPr>
        </p:nvSpPr>
        <p:spPr>
          <a:xfrm>
            <a:off x="1060450" y="323240"/>
            <a:ext cx="7890690" cy="480131"/>
          </a:xfrm>
          <a:prstGeom prst="rect">
            <a:avLst/>
          </a:prstGeom>
          <a:noFill/>
        </p:spPr>
        <p:txBody>
          <a:bodyPr wrap="square" lIns="0">
            <a:spAutoFit/>
          </a:bodyPr>
          <a:lstStyle>
            <a:lvl1pPr>
              <a:buNone/>
              <a:defRPr sz="2800" b="1">
                <a:solidFill>
                  <a:srgbClr val="1D2974"/>
                </a:solidFill>
                <a:latin typeface="+mj-ea"/>
                <a:ea typeface="+mj-ea"/>
                <a:cs typeface="+mj-ea"/>
              </a:defRPr>
            </a:lvl1pPr>
          </a:lstStyle>
          <a:p>
            <a:r>
              <a:rPr sz="2800" b="1">
                <a:solidFill>
                  <a:srgbClr val="1D2974"/>
                </a:solidFill>
                <a:latin typeface="+mj-ea"/>
                <a:ea typeface="+mj-ea"/>
                <a:cs typeface="+mj-ea"/>
              </a:rPr>
              <a:t>请输入你的标题或观点</a:t>
            </a:r>
          </a:p>
        </p:txBody>
      </p:sp>
      <p:sp>
        <p:nvSpPr>
          <p:cNvPr id="7" name="直接连接符 6">
            <a:extLst>
              <a:ext uri="{FF2B5EF4-FFF2-40B4-BE49-F238E27FC236}">
                <a16:creationId xmlns:a16="http://schemas.microsoft.com/office/drawing/2014/main" id="{7CF1D7A8-762D-4CEA-8C0F-C3765C818DE0}"/>
              </a:ext>
            </a:extLst>
          </p:cNvPr>
          <p:cNvSpPr>
            <a:spLocks noGrp="1"/>
          </p:cNvSpPr>
          <p:nvPr/>
        </p:nvSpPr>
        <p:spPr>
          <a:xfrm>
            <a:off x="506307" y="80385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50" name="文本框 49">
            <a:extLst>
              <a:ext uri="{FF2B5EF4-FFF2-40B4-BE49-F238E27FC236}">
                <a16:creationId xmlns:a16="http://schemas.microsoft.com/office/drawing/2014/main" id="{23473621-6C78-4064-AF65-B4EFEDC3D9F0}"/>
              </a:ext>
            </a:extLst>
          </p:cNvPr>
          <p:cNvSpPr>
            <a:spLocks noGrp="1"/>
          </p:cNvSpPr>
          <p:nvPr/>
        </p:nvSpPr>
        <p:spPr>
          <a:xfrm>
            <a:off x="495300" y="6471892"/>
            <a:ext cx="2120900" cy="369332"/>
          </a:xfrm>
          <a:prstGeom prst="rect">
            <a:avLst/>
          </a:prstGeom>
          <a:noFill/>
        </p:spPr>
        <p:txBody>
          <a:bodyPr wrap="square" lIns="0">
            <a:normAutofit/>
          </a:bodyPr>
          <a:lstStyle/>
          <a:p>
            <a:r>
              <a:rPr sz="1400">
                <a:solidFill>
                  <a:schemeClr val="bg1"/>
                </a:solidFill>
              </a:rPr>
              <a:t>含弘光大  继往开来</a:t>
            </a:r>
          </a:p>
        </p:txBody>
      </p:sp>
      <p:sp>
        <p:nvSpPr>
          <p:cNvPr id="51" name="文本框 50">
            <a:extLst>
              <a:ext uri="{FF2B5EF4-FFF2-40B4-BE49-F238E27FC236}">
                <a16:creationId xmlns:a16="http://schemas.microsoft.com/office/drawing/2014/main" id="{1FFDDCD0-D48D-425C-8D6D-D2027FBE276B}"/>
              </a:ext>
            </a:extLst>
          </p:cNvPr>
          <p:cNvSpPr>
            <a:spLocks noGrp="1"/>
          </p:cNvSpPr>
          <p:nvPr/>
        </p:nvSpPr>
        <p:spPr>
          <a:xfrm>
            <a:off x="9404350" y="6471892"/>
            <a:ext cx="2347413" cy="369332"/>
          </a:xfrm>
          <a:prstGeom prst="rect">
            <a:avLst/>
          </a:prstGeom>
          <a:noFill/>
        </p:spPr>
        <p:txBody>
          <a:bodyPr wrap="square" lIns="0" rIns="0">
            <a:normAutofit/>
          </a:bodyPr>
          <a:lstStyle/>
          <a:p>
            <a:pPr algn="r">
              <a:buNone/>
            </a:pPr>
            <a:r>
              <a:rPr sz="1400">
                <a:solidFill>
                  <a:schemeClr val="bg1"/>
                </a:solidFill>
              </a:rPr>
              <a:t>www.swu.edu.cn</a:t>
            </a:r>
          </a:p>
        </p:txBody>
      </p:sp>
      <p:sp>
        <p:nvSpPr>
          <p:cNvPr id="54" name="等腰三角形 53">
            <a:extLst>
              <a:ext uri="{FF2B5EF4-FFF2-40B4-BE49-F238E27FC236}">
                <a16:creationId xmlns:a16="http://schemas.microsoft.com/office/drawing/2014/main" id="{92F685E7-D0EB-4897-B571-B4350B721DA9}"/>
              </a:ext>
            </a:extLst>
          </p:cNvPr>
          <p:cNvSpPr>
            <a:spLocks noGrp="1"/>
          </p:cNvSpPr>
          <p:nvPr/>
        </p:nvSpPr>
        <p:spPr>
          <a:xfrm rot="5400000">
            <a:off x="517080" y="414159"/>
            <a:ext cx="346021" cy="298294"/>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5" name="等腰三角形 54">
            <a:extLst>
              <a:ext uri="{FF2B5EF4-FFF2-40B4-BE49-F238E27FC236}">
                <a16:creationId xmlns:a16="http://schemas.microsoft.com/office/drawing/2014/main" id="{0FE2DEA9-A1DF-46D5-BE31-EB61E241C5D0}"/>
              </a:ext>
            </a:extLst>
          </p:cNvPr>
          <p:cNvSpPr>
            <a:spLocks noGrp="1"/>
          </p:cNvSpPr>
          <p:nvPr/>
        </p:nvSpPr>
        <p:spPr>
          <a:xfrm rot="5400000">
            <a:off x="696063" y="439993"/>
            <a:ext cx="286086" cy="246626"/>
          </a:xfrm>
          <a:prstGeom prs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64" name="图片 55"/>
          <p:cNvPicPr>
            <a:picLocks noChangeAspect="1"/>
          </p:cNvPicPr>
          <p:nvPr/>
        </p:nvPicPr>
        <p:blipFill>
          <a:blip r:embed="rId2"/>
          <a:stretch>
            <a:fillRect/>
          </a:stretch>
        </p:blipFill>
        <p:spPr>
          <a:xfrm>
            <a:off x="9502107" y="-42297"/>
            <a:ext cx="2990834" cy="1261497"/>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平行四边形 3">
            <a:extLst>
              <a:ext uri="{FF2B5EF4-FFF2-40B4-BE49-F238E27FC236}">
                <a16:creationId xmlns:a16="http://schemas.microsoft.com/office/drawing/2014/main" id="{1BF0787D-D502-4513-9B41-B60549EC7B0B}"/>
              </a:ext>
            </a:extLst>
          </p:cNvPr>
          <p:cNvSpPr>
            <a:spLocks noGrp="1"/>
          </p:cNvSpPr>
          <p:nvPr/>
        </p:nvSpPr>
        <p:spPr>
          <a:xfrm>
            <a:off x="6084372" y="0"/>
            <a:ext cx="6006934" cy="6858002"/>
          </a:xfrm>
          <a:prstGeom prst="parallelogram">
            <a:avLst>
              <a:gd name="adj" fmla="val 42635"/>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0" name="图片占位符 59">
            <a:extLst>
              <a:ext uri="{FF2B5EF4-FFF2-40B4-BE49-F238E27FC236}">
                <a16:creationId xmlns:a16="http://schemas.microsoft.com/office/drawing/2014/main" id="{FBE998EB-1AA9-4E6B-BC5D-28765B6C39B6}"/>
              </a:ext>
            </a:extLst>
          </p:cNvPr>
          <p:cNvSpPr>
            <a:spLocks noGrp="1"/>
          </p:cNvSpPr>
          <p:nvPr>
            <p:ph type="pic" idx="11"/>
          </p:nvPr>
        </p:nvSpPr>
        <p:spPr>
          <a:xfrm>
            <a:off x="6503268" y="0"/>
            <a:ext cx="6439734" cy="6857999"/>
          </a:xfrm>
          <a:custGeom>
            <a:avLst/>
            <a:gdLst>
              <a:gd name="connsiteX0" fmla="*/ 2588645 w 6850062"/>
              <a:gd name="connsiteY0" fmla="*/ 0 h 6858000"/>
              <a:gd name="connsiteX1" fmla="*/ 6850062 w 6850062"/>
              <a:gd name="connsiteY1" fmla="*/ 0 h 6858000"/>
              <a:gd name="connsiteX2" fmla="*/ 6850062 w 6850062"/>
              <a:gd name="connsiteY2" fmla="*/ 6858000 h 6858000"/>
              <a:gd name="connsiteX3" fmla="*/ 0 w 6850062"/>
              <a:gd name="connsiteY3" fmla="*/ 6858000 h 6858000"/>
            </a:gdLst>
            <a:ahLst/>
            <a:cxnLst/>
            <a:rect l="l" t="t" r="r" b="b"/>
            <a:pathLst>
              <a:path w="6850062" h="6858000">
                <a:moveTo>
                  <a:pt x="2588645" y="0"/>
                </a:moveTo>
                <a:lnTo>
                  <a:pt x="6850062" y="0"/>
                </a:lnTo>
                <a:lnTo>
                  <a:pt x="6850062" y="6858000"/>
                </a:lnTo>
                <a:lnTo>
                  <a:pt x="0" y="6858000"/>
                </a:lnTo>
                <a:close/>
              </a:path>
            </a:pathLst>
          </a:custGeom>
        </p:spPr>
        <p:txBody>
          <a:bodyPr wrap="square">
            <a:noAutofit/>
          </a:bodyPr>
          <a:lstStyle/>
          <a:p>
            <a:endParaRPr/>
          </a:p>
        </p:txBody>
      </p:sp>
      <p:sp>
        <p:nvSpPr>
          <p:cNvPr id="2" name="标题 1">
            <a:extLst>
              <a:ext uri="{FF2B5EF4-FFF2-40B4-BE49-F238E27FC236}">
                <a16:creationId xmlns:a16="http://schemas.microsoft.com/office/drawing/2014/main" id="{23DAEBD8-ECB9-4D78-943E-FB459D60FFD1}"/>
              </a:ext>
            </a:extLst>
          </p:cNvPr>
          <p:cNvSpPr>
            <a:spLocks noGrp="1"/>
          </p:cNvSpPr>
          <p:nvPr>
            <p:ph type="title"/>
          </p:nvPr>
        </p:nvSpPr>
        <p:spPr>
          <a:xfrm>
            <a:off x="659738" y="2081075"/>
            <a:ext cx="6847664" cy="1880879"/>
          </a:xfrm>
        </p:spPr>
        <p:txBody>
          <a:bodyPr lIns="0" tIns="0" anchor="b"/>
          <a:lstStyle>
            <a:lvl1pPr>
              <a:lnSpc>
                <a:spcPct val="100000"/>
              </a:lnSpc>
              <a:buNone/>
              <a:defRPr sz="6000">
                <a:solidFill>
                  <a:schemeClr val="accent1"/>
                </a:solidFill>
              </a:defRPr>
            </a:lvl1pPr>
          </a:lstStyle>
          <a:p>
            <a:r>
              <a:t>单击此处编辑母版标题样式</a:t>
            </a:r>
          </a:p>
        </p:txBody>
      </p:sp>
      <p:sp>
        <p:nvSpPr>
          <p:cNvPr id="3" name="文本占位符 2">
            <a:extLst>
              <a:ext uri="{FF2B5EF4-FFF2-40B4-BE49-F238E27FC236}">
                <a16:creationId xmlns:a16="http://schemas.microsoft.com/office/drawing/2014/main" id="{5F103A25-0171-4400-9171-67FC12FD328A}"/>
              </a:ext>
            </a:extLst>
          </p:cNvPr>
          <p:cNvSpPr>
            <a:spLocks noGrp="1"/>
          </p:cNvSpPr>
          <p:nvPr>
            <p:ph type="body" idx="1" hasCustomPrompt="1"/>
          </p:nvPr>
        </p:nvSpPr>
        <p:spPr>
          <a:xfrm>
            <a:off x="661014" y="4734601"/>
            <a:ext cx="2357957" cy="354148"/>
          </a:xfrm>
        </p:spPr>
        <p:txBody>
          <a:bodyPr lIns="0"/>
          <a:lstStyle>
            <a:lvl1pPr marL="0" indent="0">
              <a:lnSpc>
                <a:spcPct val="100000"/>
              </a:lnSpc>
              <a:spcBef>
                <a:spcPts val="0"/>
              </a:spcBef>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a:buNone/>
            </a:pPr>
            <a:r>
              <a:t>答辩人：XXXX </a:t>
            </a:r>
          </a:p>
        </p:txBody>
      </p:sp>
      <p:sp>
        <p:nvSpPr>
          <p:cNvPr id="51" name="直接连接符 50">
            <a:extLst>
              <a:ext uri="{FF2B5EF4-FFF2-40B4-BE49-F238E27FC236}">
                <a16:creationId xmlns:a16="http://schemas.microsoft.com/office/drawing/2014/main" id="{9522919C-C0FD-4D77-8721-7D8505BC24EE}"/>
              </a:ext>
            </a:extLst>
          </p:cNvPr>
          <p:cNvSpPr>
            <a:spLocks noGrp="1"/>
          </p:cNvSpPr>
          <p:nvPr/>
        </p:nvSpPr>
        <p:spPr>
          <a:xfrm>
            <a:off x="660400" y="4342278"/>
            <a:ext cx="6100164"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sp>
      <p:sp>
        <p:nvSpPr>
          <p:cNvPr id="55" name="文本框 54">
            <a:extLst>
              <a:ext uri="{FF2B5EF4-FFF2-40B4-BE49-F238E27FC236}">
                <a16:creationId xmlns:a16="http://schemas.microsoft.com/office/drawing/2014/main" id="{9C75F933-4725-4F9F-B106-FF99E3EC0DCF}"/>
              </a:ext>
            </a:extLst>
          </p:cNvPr>
          <p:cNvSpPr>
            <a:spLocks noGrp="1"/>
          </p:cNvSpPr>
          <p:nvPr/>
        </p:nvSpPr>
        <p:spPr>
          <a:xfrm>
            <a:off x="660400" y="6279802"/>
            <a:ext cx="5976576" cy="369332"/>
          </a:xfrm>
          <a:prstGeom prst="rect">
            <a:avLst/>
          </a:prstGeom>
          <a:noFill/>
        </p:spPr>
        <p:txBody>
          <a:bodyPr wrap="square" lIns="0">
            <a:normAutofit/>
          </a:bodyPr>
          <a:lstStyle/>
          <a:p>
            <a:r>
              <a:rPr>
                <a:solidFill>
                  <a:schemeClr val="bg1">
                    <a:lumMod val="65000"/>
                  </a:schemeClr>
                </a:solidFill>
              </a:rPr>
              <a:t>含弘光大  继往开来 | www.swu.edu.cn</a:t>
            </a:r>
          </a:p>
        </p:txBody>
      </p:sp>
      <p:sp>
        <p:nvSpPr>
          <p:cNvPr id="56" name="文本占位符 2">
            <a:extLst>
              <a:ext uri="{FF2B5EF4-FFF2-40B4-BE49-F238E27FC236}">
                <a16:creationId xmlns:a16="http://schemas.microsoft.com/office/drawing/2014/main" id="{50552764-8806-4B12-A11F-DCE4EEA22CC9}"/>
              </a:ext>
            </a:extLst>
          </p:cNvPr>
          <p:cNvSpPr>
            <a:spLocks noGrp="1"/>
          </p:cNvSpPr>
          <p:nvPr>
            <p:ph type="body" idx="10" hasCustomPrompt="1"/>
          </p:nvPr>
        </p:nvSpPr>
        <p:spPr>
          <a:xfrm>
            <a:off x="3498557" y="4734601"/>
            <a:ext cx="3700529" cy="354148"/>
          </a:xfrm>
        </p:spPr>
        <p:txBody>
          <a:bodyPr lIns="0"/>
          <a:lstStyle>
            <a:lvl1pPr marL="0" indent="0">
              <a:lnSpc>
                <a:spcPct val="100000"/>
              </a:lnSpc>
              <a:spcBef>
                <a:spcPts val="0"/>
              </a:spcBef>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a:buNone/>
            </a:pPr>
            <a:r>
              <a:t>指导老师：XXXX </a:t>
            </a:r>
          </a:p>
        </p:txBody>
      </p:sp>
      <p:sp>
        <p:nvSpPr>
          <p:cNvPr id="53" name="文本框 52">
            <a:extLst>
              <a:ext uri="{FF2B5EF4-FFF2-40B4-BE49-F238E27FC236}">
                <a16:creationId xmlns:a16="http://schemas.microsoft.com/office/drawing/2014/main" id="{047F292B-22C2-40CA-9065-36E5CA02048E}"/>
              </a:ext>
            </a:extLst>
          </p:cNvPr>
          <p:cNvSpPr>
            <a:spLocks noGrp="1"/>
          </p:cNvSpPr>
          <p:nvPr/>
        </p:nvSpPr>
        <p:spPr>
          <a:xfrm>
            <a:off x="7462625" y="1223403"/>
            <a:ext cx="4315572" cy="1015663"/>
          </a:xfrm>
          <a:prstGeom prst="rect">
            <a:avLst/>
          </a:prstGeom>
          <a:noFill/>
        </p:spPr>
        <p:txBody>
          <a:bodyPr wrap="square">
            <a:spAutoFit/>
          </a:bodyPr>
          <a:lstStyle/>
          <a:p>
            <a:pPr algn="r">
              <a:buNone/>
            </a:pPr>
            <a:r>
              <a:rPr sz="6000" b="1">
                <a:solidFill>
                  <a:schemeClr val="bg1">
                    <a:alpha val="33000"/>
                  </a:schemeClr>
                </a:solidFill>
              </a:rPr>
              <a:t>含弘光大</a:t>
            </a:r>
          </a:p>
        </p:txBody>
      </p:sp>
      <p:sp>
        <p:nvSpPr>
          <p:cNvPr id="54" name="文本框 53">
            <a:extLst>
              <a:ext uri="{FF2B5EF4-FFF2-40B4-BE49-F238E27FC236}">
                <a16:creationId xmlns:a16="http://schemas.microsoft.com/office/drawing/2014/main" id="{159C80E2-A306-4CA0-BC8D-0C90C019F9E8}"/>
              </a:ext>
            </a:extLst>
          </p:cNvPr>
          <p:cNvSpPr>
            <a:spLocks noGrp="1"/>
          </p:cNvSpPr>
          <p:nvPr/>
        </p:nvSpPr>
        <p:spPr>
          <a:xfrm>
            <a:off x="7233621" y="2283372"/>
            <a:ext cx="4315572" cy="1015663"/>
          </a:xfrm>
          <a:prstGeom prst="rect">
            <a:avLst/>
          </a:prstGeom>
          <a:noFill/>
        </p:spPr>
        <p:txBody>
          <a:bodyPr wrap="square">
            <a:spAutoFit/>
          </a:bodyPr>
          <a:lstStyle/>
          <a:p>
            <a:pPr algn="r">
              <a:buNone/>
            </a:pPr>
            <a:r>
              <a:rPr sz="6000" b="1">
                <a:solidFill>
                  <a:schemeClr val="bg1">
                    <a:alpha val="33000"/>
                  </a:schemeClr>
                </a:solidFill>
              </a:rPr>
              <a:t>继往开来</a:t>
            </a:r>
          </a:p>
        </p:txBody>
      </p:sp>
      <p:pic>
        <p:nvPicPr>
          <p:cNvPr id="71" name="图片 51"/>
          <p:cNvPicPr>
            <a:picLocks noChangeAspect="1"/>
          </p:cNvPicPr>
          <p:nvPr/>
        </p:nvPicPr>
        <p:blipFill>
          <a:blip r:embed="rId2"/>
          <a:stretch>
            <a:fillRect/>
          </a:stretch>
        </p:blipFill>
        <p:spPr>
          <a:xfrm>
            <a:off x="270492" y="177347"/>
            <a:ext cx="3321771" cy="1401082"/>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结尾页2">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A7A6090B-EF3F-4247-8A56-481119F6272E}"/>
              </a:ext>
            </a:extLst>
          </p:cNvPr>
          <p:cNvSpPr>
            <a:spLocks noGrp="1"/>
          </p:cNvSpPr>
          <p:nvPr/>
        </p:nvSpPr>
        <p:spPr>
          <a:xfrm>
            <a:off x="0" y="3371850"/>
            <a:ext cx="12192000" cy="203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2" name="图片占位符 11">
            <a:extLst>
              <a:ext uri="{FF2B5EF4-FFF2-40B4-BE49-F238E27FC236}">
                <a16:creationId xmlns:a16="http://schemas.microsoft.com/office/drawing/2014/main" id="{888E2E32-3989-4D45-BC42-8C38CEB1A3F6}"/>
              </a:ext>
            </a:extLst>
          </p:cNvPr>
          <p:cNvSpPr>
            <a:spLocks noGrp="1"/>
          </p:cNvSpPr>
          <p:nvPr>
            <p:ph type="pic" idx="10"/>
          </p:nvPr>
        </p:nvSpPr>
        <p:spPr>
          <a:xfrm>
            <a:off x="0" y="0"/>
            <a:ext cx="12192000" cy="3429000"/>
          </a:xfrm>
        </p:spPr>
        <p:txBody>
          <a:bodyPr/>
          <a:lstStyle/>
          <a:p>
            <a:endParaRPr/>
          </a:p>
        </p:txBody>
      </p:sp>
      <p:sp>
        <p:nvSpPr>
          <p:cNvPr id="13" name="标题 1">
            <a:extLst>
              <a:ext uri="{FF2B5EF4-FFF2-40B4-BE49-F238E27FC236}">
                <a16:creationId xmlns:a16="http://schemas.microsoft.com/office/drawing/2014/main" id="{EA515254-54ED-4E9C-B2B5-129D366BD987}"/>
              </a:ext>
            </a:extLst>
          </p:cNvPr>
          <p:cNvSpPr>
            <a:spLocks noGrp="1"/>
          </p:cNvSpPr>
          <p:nvPr>
            <p:ph type="title"/>
          </p:nvPr>
        </p:nvSpPr>
        <p:spPr>
          <a:xfrm>
            <a:off x="659738" y="4394822"/>
            <a:ext cx="10859162" cy="933004"/>
          </a:xfrm>
        </p:spPr>
        <p:txBody>
          <a:bodyPr lIns="0" tIns="0" anchor="b"/>
          <a:lstStyle>
            <a:lvl1pPr algn="ctr">
              <a:lnSpc>
                <a:spcPct val="100000"/>
              </a:lnSpc>
              <a:buNone/>
              <a:defRPr sz="6000" b="1">
                <a:solidFill>
                  <a:schemeClr val="accent1"/>
                </a:solidFill>
              </a:defRPr>
            </a:lvl1pPr>
          </a:lstStyle>
          <a:p>
            <a:r>
              <a:t>单击此处编辑母版标题样式</a:t>
            </a:r>
          </a:p>
        </p:txBody>
      </p:sp>
      <p:sp>
        <p:nvSpPr>
          <p:cNvPr id="14" name="文本占位符 2">
            <a:extLst>
              <a:ext uri="{FF2B5EF4-FFF2-40B4-BE49-F238E27FC236}">
                <a16:creationId xmlns:a16="http://schemas.microsoft.com/office/drawing/2014/main" id="{C8747797-7499-4236-9973-E40373356454}"/>
              </a:ext>
            </a:extLst>
          </p:cNvPr>
          <p:cNvSpPr>
            <a:spLocks noGrp="1"/>
          </p:cNvSpPr>
          <p:nvPr>
            <p:ph type="body" idx="1" hasCustomPrompt="1"/>
          </p:nvPr>
        </p:nvSpPr>
        <p:spPr>
          <a:xfrm>
            <a:off x="3060691" y="5850432"/>
            <a:ext cx="2357957" cy="354148"/>
          </a:xfrm>
        </p:spPr>
        <p:txBody>
          <a:bodyPr lIns="0"/>
          <a:lstStyle>
            <a:lvl1pPr marL="0" indent="0" algn="ctr">
              <a:lnSpc>
                <a:spcPct val="100000"/>
              </a:lnSpc>
              <a:spcBef>
                <a:spcPts val="0"/>
              </a:spcBef>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a:buNone/>
            </a:pPr>
            <a:r>
              <a:t>答辩人：XXXX </a:t>
            </a:r>
          </a:p>
        </p:txBody>
      </p:sp>
      <p:sp>
        <p:nvSpPr>
          <p:cNvPr id="15" name="文本占位符 2">
            <a:extLst>
              <a:ext uri="{FF2B5EF4-FFF2-40B4-BE49-F238E27FC236}">
                <a16:creationId xmlns:a16="http://schemas.microsoft.com/office/drawing/2014/main" id="{9B562C52-84D2-4FC5-9870-5EAEABCB301D}"/>
              </a:ext>
            </a:extLst>
          </p:cNvPr>
          <p:cNvSpPr>
            <a:spLocks noGrp="1"/>
          </p:cNvSpPr>
          <p:nvPr>
            <p:ph type="body" idx="11" hasCustomPrompt="1"/>
          </p:nvPr>
        </p:nvSpPr>
        <p:spPr>
          <a:xfrm>
            <a:off x="5898234" y="5850432"/>
            <a:ext cx="3700529" cy="354148"/>
          </a:xfrm>
        </p:spPr>
        <p:txBody>
          <a:bodyPr lIns="0"/>
          <a:lstStyle>
            <a:lvl1pPr marL="0" indent="0" algn="ctr">
              <a:lnSpc>
                <a:spcPct val="100000"/>
              </a:lnSpc>
              <a:spcBef>
                <a:spcPts val="0"/>
              </a:spcBef>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a:buNone/>
            </a:pPr>
            <a:r>
              <a:t>指导老师：XXXX </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图文版式1">
    <p:spTree>
      <p:nvGrpSpPr>
        <p:cNvPr id="1" name=""/>
        <p:cNvGrpSpPr/>
        <p:nvPr/>
      </p:nvGrpSpPr>
      <p:grpSpPr>
        <a:xfrm>
          <a:off x="0" y="0"/>
          <a:ext cx="0" cy="0"/>
          <a:chOff x="0" y="0"/>
          <a:chExt cx="0" cy="0"/>
        </a:xfrm>
      </p:grpSpPr>
      <p:sp>
        <p:nvSpPr>
          <p:cNvPr id="4" name="图片占位符 3">
            <a:extLst>
              <a:ext uri="{FF2B5EF4-FFF2-40B4-BE49-F238E27FC236}">
                <a16:creationId xmlns:a16="http://schemas.microsoft.com/office/drawing/2014/main" id="{61EB336E-D63F-4549-8773-7176DC878DD5}"/>
              </a:ext>
            </a:extLst>
          </p:cNvPr>
          <p:cNvSpPr>
            <a:spLocks noGrp="1"/>
          </p:cNvSpPr>
          <p:nvPr>
            <p:ph type="pic" idx="10"/>
          </p:nvPr>
        </p:nvSpPr>
        <p:spPr>
          <a:xfrm>
            <a:off x="0" y="3822700"/>
            <a:ext cx="12192000" cy="2557463"/>
          </a:xfrm>
        </p:spPr>
        <p:txBody>
          <a:bodyPr/>
          <a:lstStyle/>
          <a:p>
            <a:endParaRPr/>
          </a:p>
        </p:txBody>
      </p:sp>
      <p:sp>
        <p:nvSpPr>
          <p:cNvPr id="2" name="标题 1">
            <a:extLst>
              <a:ext uri="{FF2B5EF4-FFF2-40B4-BE49-F238E27FC236}">
                <a16:creationId xmlns:a16="http://schemas.microsoft.com/office/drawing/2014/main" id="{BA1302D0-B2F1-4C66-99C9-BE44FB16B169}"/>
              </a:ext>
            </a:extLst>
          </p:cNvPr>
          <p:cNvSpPr>
            <a:spLocks noGrp="1"/>
          </p:cNvSpPr>
          <p:nvPr>
            <p:ph type="title" hasCustomPrompt="1"/>
          </p:nvPr>
        </p:nvSpPr>
        <p:spPr>
          <a:xfrm>
            <a:off x="1057274" y="323240"/>
            <a:ext cx="7893865" cy="480131"/>
          </a:xfrm>
          <a:prstGeom prst="rect">
            <a:avLst/>
          </a:prstGeom>
          <a:noFill/>
        </p:spPr>
        <p:txBody>
          <a:bodyPr wrap="square" lIns="0">
            <a:spAutoFit/>
          </a:bodyPr>
          <a:lstStyle>
            <a:lvl1pPr>
              <a:buNone/>
              <a:defRPr sz="2800" b="1">
                <a:solidFill>
                  <a:srgbClr val="1D2974"/>
                </a:solidFill>
                <a:latin typeface="+mj-ea"/>
                <a:ea typeface="+mj-ea"/>
                <a:cs typeface="+mj-ea"/>
              </a:defRPr>
            </a:lvl1pPr>
          </a:lstStyle>
          <a:p>
            <a:r>
              <a:rPr sz="2800" b="1">
                <a:solidFill>
                  <a:srgbClr val="1D2974"/>
                </a:solidFill>
                <a:latin typeface="+mj-ea"/>
                <a:ea typeface="+mj-ea"/>
                <a:cs typeface="+mj-ea"/>
              </a:rPr>
              <a:t>请输入你的标题或观点</a:t>
            </a:r>
          </a:p>
        </p:txBody>
      </p:sp>
      <p:sp>
        <p:nvSpPr>
          <p:cNvPr id="7" name="直接连接符 6">
            <a:extLst>
              <a:ext uri="{FF2B5EF4-FFF2-40B4-BE49-F238E27FC236}">
                <a16:creationId xmlns:a16="http://schemas.microsoft.com/office/drawing/2014/main" id="{2755E259-FF27-4799-A9D7-CF5C36BBD1B3}"/>
              </a:ext>
            </a:extLst>
          </p:cNvPr>
          <p:cNvSpPr>
            <a:spLocks noGrp="1"/>
          </p:cNvSpPr>
          <p:nvPr/>
        </p:nvSpPr>
        <p:spPr>
          <a:xfrm>
            <a:off x="506307" y="80385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8" name="直接连接符 7">
            <a:extLst>
              <a:ext uri="{FF2B5EF4-FFF2-40B4-BE49-F238E27FC236}">
                <a16:creationId xmlns:a16="http://schemas.microsoft.com/office/drawing/2014/main" id="{3EC8BCBF-0751-424B-AEA0-1529FF1E7B35}"/>
              </a:ext>
            </a:extLst>
          </p:cNvPr>
          <p:cNvSpPr>
            <a:spLocks noGrp="1"/>
          </p:cNvSpPr>
          <p:nvPr/>
        </p:nvSpPr>
        <p:spPr>
          <a:xfrm>
            <a:off x="495300" y="638050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50" name="文本框 49">
            <a:extLst>
              <a:ext uri="{FF2B5EF4-FFF2-40B4-BE49-F238E27FC236}">
                <a16:creationId xmlns:a16="http://schemas.microsoft.com/office/drawing/2014/main" id="{1300063B-F190-4F4B-B3A9-96CDCB80B7D5}"/>
              </a:ext>
            </a:extLst>
          </p:cNvPr>
          <p:cNvSpPr>
            <a:spLocks noGrp="1"/>
          </p:cNvSpPr>
          <p:nvPr/>
        </p:nvSpPr>
        <p:spPr>
          <a:xfrm>
            <a:off x="495300" y="6426922"/>
            <a:ext cx="2120900" cy="369332"/>
          </a:xfrm>
          <a:prstGeom prst="rect">
            <a:avLst/>
          </a:prstGeom>
          <a:noFill/>
        </p:spPr>
        <p:txBody>
          <a:bodyPr wrap="square" lIns="0">
            <a:normAutofit/>
          </a:bodyPr>
          <a:lstStyle/>
          <a:p>
            <a:r>
              <a:rPr sz="1400">
                <a:solidFill>
                  <a:schemeClr val="accent1">
                    <a:lumMod val="60000"/>
                    <a:lumOff val="40000"/>
                  </a:schemeClr>
                </a:solidFill>
              </a:rPr>
              <a:t>含弘光大  继往开来</a:t>
            </a:r>
          </a:p>
        </p:txBody>
      </p:sp>
      <p:sp>
        <p:nvSpPr>
          <p:cNvPr id="51" name="文本框 50">
            <a:extLst>
              <a:ext uri="{FF2B5EF4-FFF2-40B4-BE49-F238E27FC236}">
                <a16:creationId xmlns:a16="http://schemas.microsoft.com/office/drawing/2014/main" id="{2FBFCDE7-BE93-4883-AEC0-1274228F0316}"/>
              </a:ext>
            </a:extLst>
          </p:cNvPr>
          <p:cNvSpPr>
            <a:spLocks noGrp="1"/>
          </p:cNvSpPr>
          <p:nvPr/>
        </p:nvSpPr>
        <p:spPr>
          <a:xfrm>
            <a:off x="9404350" y="6426922"/>
            <a:ext cx="2347413" cy="369332"/>
          </a:xfrm>
          <a:prstGeom prst="rect">
            <a:avLst/>
          </a:prstGeom>
          <a:noFill/>
        </p:spPr>
        <p:txBody>
          <a:bodyPr wrap="square" lIns="0" rIns="0">
            <a:normAutofit/>
          </a:bodyPr>
          <a:lstStyle/>
          <a:p>
            <a:pPr algn="r">
              <a:buNone/>
            </a:pPr>
            <a:r>
              <a:rPr sz="1400">
                <a:solidFill>
                  <a:schemeClr val="accent1">
                    <a:lumMod val="60000"/>
                    <a:lumOff val="40000"/>
                  </a:schemeClr>
                </a:solidFill>
              </a:rPr>
              <a:t>www.swu.edu.cn</a:t>
            </a:r>
          </a:p>
        </p:txBody>
      </p:sp>
      <p:sp>
        <p:nvSpPr>
          <p:cNvPr id="52" name="等腰三角形 51">
            <a:extLst>
              <a:ext uri="{FF2B5EF4-FFF2-40B4-BE49-F238E27FC236}">
                <a16:creationId xmlns:a16="http://schemas.microsoft.com/office/drawing/2014/main" id="{64BD6DC9-A783-4CC7-8B95-338B10E572A1}"/>
              </a:ext>
            </a:extLst>
          </p:cNvPr>
          <p:cNvSpPr>
            <a:spLocks noGrp="1"/>
          </p:cNvSpPr>
          <p:nvPr/>
        </p:nvSpPr>
        <p:spPr>
          <a:xfrm rot="5400000">
            <a:off x="517080" y="414159"/>
            <a:ext cx="346021" cy="298294"/>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3" name="等腰三角形 52">
            <a:extLst>
              <a:ext uri="{FF2B5EF4-FFF2-40B4-BE49-F238E27FC236}">
                <a16:creationId xmlns:a16="http://schemas.microsoft.com/office/drawing/2014/main" id="{7B932595-0E30-479A-A495-B9D124DB36BE}"/>
              </a:ext>
            </a:extLst>
          </p:cNvPr>
          <p:cNvSpPr>
            <a:spLocks noGrp="1"/>
          </p:cNvSpPr>
          <p:nvPr/>
        </p:nvSpPr>
        <p:spPr>
          <a:xfrm rot="5400000">
            <a:off x="696063" y="439993"/>
            <a:ext cx="286086" cy="246626"/>
          </a:xfrm>
          <a:prstGeom prs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63" name="图片 53"/>
          <p:cNvPicPr>
            <a:picLocks noChangeAspect="1"/>
          </p:cNvPicPr>
          <p:nvPr/>
        </p:nvPicPr>
        <p:blipFill>
          <a:blip r:embed="rId2"/>
          <a:stretch>
            <a:fillRect/>
          </a:stretch>
        </p:blipFill>
        <p:spPr>
          <a:xfrm>
            <a:off x="9502105" y="1"/>
            <a:ext cx="2756569" cy="1162687"/>
          </a:xfrm>
          <a:prstGeom prst="rect">
            <a:avLst/>
          </a:prstGeom>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图文版式2">
    <p:spTree>
      <p:nvGrpSpPr>
        <p:cNvPr id="1" name=""/>
        <p:cNvGrpSpPr/>
        <p:nvPr/>
      </p:nvGrpSpPr>
      <p:grpSpPr>
        <a:xfrm>
          <a:off x="0" y="0"/>
          <a:ext cx="0" cy="0"/>
          <a:chOff x="0" y="0"/>
          <a:chExt cx="0" cy="0"/>
        </a:xfrm>
      </p:grpSpPr>
      <p:sp>
        <p:nvSpPr>
          <p:cNvPr id="56" name="矩形 55">
            <a:extLst>
              <a:ext uri="{FF2B5EF4-FFF2-40B4-BE49-F238E27FC236}">
                <a16:creationId xmlns:a16="http://schemas.microsoft.com/office/drawing/2014/main" id="{FA5C735A-566B-43F1-973B-4ECD4B758523}"/>
              </a:ext>
            </a:extLst>
          </p:cNvPr>
          <p:cNvSpPr>
            <a:spLocks noGrp="1"/>
          </p:cNvSpPr>
          <p:nvPr/>
        </p:nvSpPr>
        <p:spPr>
          <a:xfrm>
            <a:off x="7696763" y="1794505"/>
            <a:ext cx="3822137" cy="402119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图片占位符 3">
            <a:extLst>
              <a:ext uri="{FF2B5EF4-FFF2-40B4-BE49-F238E27FC236}">
                <a16:creationId xmlns:a16="http://schemas.microsoft.com/office/drawing/2014/main" id="{576A6414-5A01-4B44-A1AB-2479D4D9123D}"/>
              </a:ext>
            </a:extLst>
          </p:cNvPr>
          <p:cNvSpPr>
            <a:spLocks noGrp="1"/>
          </p:cNvSpPr>
          <p:nvPr>
            <p:ph type="pic" idx="10"/>
          </p:nvPr>
        </p:nvSpPr>
        <p:spPr>
          <a:xfrm>
            <a:off x="7297663" y="1633538"/>
            <a:ext cx="4068005" cy="4017962"/>
          </a:xfrm>
        </p:spPr>
        <p:txBody>
          <a:bodyPr/>
          <a:lstStyle/>
          <a:p>
            <a:endParaRPr/>
          </a:p>
        </p:txBody>
      </p:sp>
      <p:sp>
        <p:nvSpPr>
          <p:cNvPr id="2" name="标题 1">
            <a:extLst>
              <a:ext uri="{FF2B5EF4-FFF2-40B4-BE49-F238E27FC236}">
                <a16:creationId xmlns:a16="http://schemas.microsoft.com/office/drawing/2014/main" id="{330B1105-99D0-4B49-A0BA-ABCC8FAAA9F7}"/>
              </a:ext>
            </a:extLst>
          </p:cNvPr>
          <p:cNvSpPr>
            <a:spLocks noGrp="1"/>
          </p:cNvSpPr>
          <p:nvPr>
            <p:ph type="title" hasCustomPrompt="1"/>
          </p:nvPr>
        </p:nvSpPr>
        <p:spPr>
          <a:xfrm>
            <a:off x="1057274" y="323240"/>
            <a:ext cx="7893865" cy="480131"/>
          </a:xfrm>
          <a:prstGeom prst="rect">
            <a:avLst/>
          </a:prstGeom>
          <a:noFill/>
        </p:spPr>
        <p:txBody>
          <a:bodyPr wrap="square" lIns="0">
            <a:spAutoFit/>
          </a:bodyPr>
          <a:lstStyle>
            <a:lvl1pPr>
              <a:buNone/>
              <a:defRPr sz="2800" b="1">
                <a:solidFill>
                  <a:srgbClr val="1D2974"/>
                </a:solidFill>
                <a:latin typeface="+mj-ea"/>
                <a:ea typeface="+mj-ea"/>
                <a:cs typeface="+mj-ea"/>
              </a:defRPr>
            </a:lvl1pPr>
          </a:lstStyle>
          <a:p>
            <a:r>
              <a:rPr sz="2800" b="1">
                <a:solidFill>
                  <a:srgbClr val="1D2974"/>
                </a:solidFill>
                <a:latin typeface="+mj-ea"/>
                <a:ea typeface="+mj-ea"/>
                <a:cs typeface="+mj-ea"/>
              </a:rPr>
              <a:t>请输入你的标题或观点</a:t>
            </a:r>
          </a:p>
        </p:txBody>
      </p:sp>
      <p:sp>
        <p:nvSpPr>
          <p:cNvPr id="7" name="直接连接符 6">
            <a:extLst>
              <a:ext uri="{FF2B5EF4-FFF2-40B4-BE49-F238E27FC236}">
                <a16:creationId xmlns:a16="http://schemas.microsoft.com/office/drawing/2014/main" id="{5905FAD6-D79C-44CF-A9C6-AC06F4B8D987}"/>
              </a:ext>
            </a:extLst>
          </p:cNvPr>
          <p:cNvSpPr>
            <a:spLocks noGrp="1"/>
          </p:cNvSpPr>
          <p:nvPr/>
        </p:nvSpPr>
        <p:spPr>
          <a:xfrm>
            <a:off x="506307" y="80385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8" name="直接连接符 7">
            <a:extLst>
              <a:ext uri="{FF2B5EF4-FFF2-40B4-BE49-F238E27FC236}">
                <a16:creationId xmlns:a16="http://schemas.microsoft.com/office/drawing/2014/main" id="{3F1DA8D8-E40B-4EDB-A5FB-80A8A9D7ECCF}"/>
              </a:ext>
            </a:extLst>
          </p:cNvPr>
          <p:cNvSpPr>
            <a:spLocks noGrp="1"/>
          </p:cNvSpPr>
          <p:nvPr/>
        </p:nvSpPr>
        <p:spPr>
          <a:xfrm>
            <a:off x="495300" y="638050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50" name="文本框 49">
            <a:extLst>
              <a:ext uri="{FF2B5EF4-FFF2-40B4-BE49-F238E27FC236}">
                <a16:creationId xmlns:a16="http://schemas.microsoft.com/office/drawing/2014/main" id="{074F4539-FB49-4B72-BBDC-9466681B1C7B}"/>
              </a:ext>
            </a:extLst>
          </p:cNvPr>
          <p:cNvSpPr>
            <a:spLocks noGrp="1"/>
          </p:cNvSpPr>
          <p:nvPr/>
        </p:nvSpPr>
        <p:spPr>
          <a:xfrm>
            <a:off x="495300" y="6426922"/>
            <a:ext cx="2120900" cy="369332"/>
          </a:xfrm>
          <a:prstGeom prst="rect">
            <a:avLst/>
          </a:prstGeom>
          <a:noFill/>
        </p:spPr>
        <p:txBody>
          <a:bodyPr wrap="square" lIns="0">
            <a:normAutofit/>
          </a:bodyPr>
          <a:lstStyle/>
          <a:p>
            <a:r>
              <a:rPr sz="1400">
                <a:solidFill>
                  <a:schemeClr val="accent1">
                    <a:lumMod val="60000"/>
                    <a:lumOff val="40000"/>
                  </a:schemeClr>
                </a:solidFill>
              </a:rPr>
              <a:t>含弘光大  继往开来</a:t>
            </a:r>
          </a:p>
        </p:txBody>
      </p:sp>
      <p:sp>
        <p:nvSpPr>
          <p:cNvPr id="51" name="文本框 50">
            <a:extLst>
              <a:ext uri="{FF2B5EF4-FFF2-40B4-BE49-F238E27FC236}">
                <a16:creationId xmlns:a16="http://schemas.microsoft.com/office/drawing/2014/main" id="{5B1F7AC2-2A01-4235-9340-1A5AA5C6DB0A}"/>
              </a:ext>
            </a:extLst>
          </p:cNvPr>
          <p:cNvSpPr>
            <a:spLocks noGrp="1"/>
          </p:cNvSpPr>
          <p:nvPr/>
        </p:nvSpPr>
        <p:spPr>
          <a:xfrm>
            <a:off x="9404350" y="6426922"/>
            <a:ext cx="2347413" cy="369332"/>
          </a:xfrm>
          <a:prstGeom prst="rect">
            <a:avLst/>
          </a:prstGeom>
          <a:noFill/>
        </p:spPr>
        <p:txBody>
          <a:bodyPr wrap="square" lIns="0" rIns="0">
            <a:normAutofit/>
          </a:bodyPr>
          <a:lstStyle/>
          <a:p>
            <a:pPr algn="r">
              <a:buNone/>
            </a:pPr>
            <a:r>
              <a:rPr sz="1400">
                <a:solidFill>
                  <a:schemeClr val="accent1">
                    <a:lumMod val="60000"/>
                    <a:lumOff val="40000"/>
                  </a:schemeClr>
                </a:solidFill>
              </a:rPr>
              <a:t>www.swu.edu.cn</a:t>
            </a:r>
          </a:p>
        </p:txBody>
      </p:sp>
      <p:sp>
        <p:nvSpPr>
          <p:cNvPr id="52" name="等腰三角形 51">
            <a:extLst>
              <a:ext uri="{FF2B5EF4-FFF2-40B4-BE49-F238E27FC236}">
                <a16:creationId xmlns:a16="http://schemas.microsoft.com/office/drawing/2014/main" id="{9CF2C3A0-3557-4439-9100-D4D1FE359DF8}"/>
              </a:ext>
            </a:extLst>
          </p:cNvPr>
          <p:cNvSpPr>
            <a:spLocks noGrp="1"/>
          </p:cNvSpPr>
          <p:nvPr/>
        </p:nvSpPr>
        <p:spPr>
          <a:xfrm rot="5400000">
            <a:off x="517080" y="414159"/>
            <a:ext cx="346021" cy="298294"/>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3" name="等腰三角形 52">
            <a:extLst>
              <a:ext uri="{FF2B5EF4-FFF2-40B4-BE49-F238E27FC236}">
                <a16:creationId xmlns:a16="http://schemas.microsoft.com/office/drawing/2014/main" id="{DC9AABD0-0F3A-418A-8EC5-59052BA67EB1}"/>
              </a:ext>
            </a:extLst>
          </p:cNvPr>
          <p:cNvSpPr>
            <a:spLocks noGrp="1"/>
          </p:cNvSpPr>
          <p:nvPr/>
        </p:nvSpPr>
        <p:spPr>
          <a:xfrm rot="5400000">
            <a:off x="696063" y="439993"/>
            <a:ext cx="286086" cy="246626"/>
          </a:xfrm>
          <a:prstGeom prs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67" name="图片 53"/>
          <p:cNvPicPr>
            <a:picLocks noChangeAspect="1"/>
          </p:cNvPicPr>
          <p:nvPr/>
        </p:nvPicPr>
        <p:blipFill>
          <a:blip r:embed="rId2"/>
          <a:stretch>
            <a:fillRect/>
          </a:stretch>
        </p:blipFill>
        <p:spPr>
          <a:xfrm>
            <a:off x="9502106" y="25545"/>
            <a:ext cx="2689894" cy="1134564"/>
          </a:xfrm>
          <a:prstGeom prst="rect">
            <a:avLst/>
          </a:prstGeom>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图文版式3">
    <p:spTree>
      <p:nvGrpSpPr>
        <p:cNvPr id="1" name=""/>
        <p:cNvGrpSpPr/>
        <p:nvPr/>
      </p:nvGrpSpPr>
      <p:grpSpPr>
        <a:xfrm>
          <a:off x="0" y="0"/>
          <a:ext cx="0" cy="0"/>
          <a:chOff x="0" y="0"/>
          <a:chExt cx="0" cy="0"/>
        </a:xfrm>
      </p:grpSpPr>
      <p:sp>
        <p:nvSpPr>
          <p:cNvPr id="58" name="图片占位符 3">
            <a:extLst>
              <a:ext uri="{FF2B5EF4-FFF2-40B4-BE49-F238E27FC236}">
                <a16:creationId xmlns:a16="http://schemas.microsoft.com/office/drawing/2014/main" id="{EBED7944-585D-4026-832C-CE874705E69B}"/>
              </a:ext>
            </a:extLst>
          </p:cNvPr>
          <p:cNvSpPr>
            <a:spLocks noGrp="1"/>
          </p:cNvSpPr>
          <p:nvPr>
            <p:ph type="pic" idx="10"/>
          </p:nvPr>
        </p:nvSpPr>
        <p:spPr>
          <a:xfrm>
            <a:off x="0" y="1019546"/>
            <a:ext cx="12192000" cy="2557463"/>
          </a:xfrm>
        </p:spPr>
        <p:txBody>
          <a:bodyPr/>
          <a:lstStyle/>
          <a:p>
            <a:endParaRPr/>
          </a:p>
        </p:txBody>
      </p:sp>
      <p:sp>
        <p:nvSpPr>
          <p:cNvPr id="2" name="标题 1">
            <a:extLst>
              <a:ext uri="{FF2B5EF4-FFF2-40B4-BE49-F238E27FC236}">
                <a16:creationId xmlns:a16="http://schemas.microsoft.com/office/drawing/2014/main" id="{F0216338-C378-40B5-A5D1-9ACA05A36C63}"/>
              </a:ext>
            </a:extLst>
          </p:cNvPr>
          <p:cNvSpPr>
            <a:spLocks noGrp="1"/>
          </p:cNvSpPr>
          <p:nvPr>
            <p:ph type="title" hasCustomPrompt="1"/>
          </p:nvPr>
        </p:nvSpPr>
        <p:spPr>
          <a:xfrm>
            <a:off x="1057274" y="323240"/>
            <a:ext cx="7893865" cy="480131"/>
          </a:xfrm>
          <a:prstGeom prst="rect">
            <a:avLst/>
          </a:prstGeom>
          <a:noFill/>
        </p:spPr>
        <p:txBody>
          <a:bodyPr wrap="square" lIns="0">
            <a:spAutoFit/>
          </a:bodyPr>
          <a:lstStyle>
            <a:lvl1pPr>
              <a:buNone/>
              <a:defRPr sz="2800" b="1">
                <a:solidFill>
                  <a:srgbClr val="1D2974"/>
                </a:solidFill>
                <a:latin typeface="+mj-ea"/>
                <a:ea typeface="+mj-ea"/>
                <a:cs typeface="+mj-ea"/>
              </a:defRPr>
            </a:lvl1pPr>
          </a:lstStyle>
          <a:p>
            <a:r>
              <a:rPr sz="2800" b="1">
                <a:solidFill>
                  <a:srgbClr val="1D2974"/>
                </a:solidFill>
                <a:latin typeface="+mj-ea"/>
                <a:ea typeface="+mj-ea"/>
                <a:cs typeface="+mj-ea"/>
              </a:rPr>
              <a:t>请输入你的标题或观点</a:t>
            </a:r>
          </a:p>
        </p:txBody>
      </p:sp>
      <p:sp>
        <p:nvSpPr>
          <p:cNvPr id="7" name="直接连接符 6">
            <a:extLst>
              <a:ext uri="{FF2B5EF4-FFF2-40B4-BE49-F238E27FC236}">
                <a16:creationId xmlns:a16="http://schemas.microsoft.com/office/drawing/2014/main" id="{B2F90444-59FA-414E-A602-A821D7ED1814}"/>
              </a:ext>
            </a:extLst>
          </p:cNvPr>
          <p:cNvSpPr>
            <a:spLocks noGrp="1"/>
          </p:cNvSpPr>
          <p:nvPr/>
        </p:nvSpPr>
        <p:spPr>
          <a:xfrm>
            <a:off x="506307" y="80385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8" name="直接连接符 7">
            <a:extLst>
              <a:ext uri="{FF2B5EF4-FFF2-40B4-BE49-F238E27FC236}">
                <a16:creationId xmlns:a16="http://schemas.microsoft.com/office/drawing/2014/main" id="{74C43CE7-73FA-40C2-AE9D-FAE84806BFF5}"/>
              </a:ext>
            </a:extLst>
          </p:cNvPr>
          <p:cNvSpPr>
            <a:spLocks noGrp="1"/>
          </p:cNvSpPr>
          <p:nvPr/>
        </p:nvSpPr>
        <p:spPr>
          <a:xfrm>
            <a:off x="495300" y="638050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50" name="文本框 49">
            <a:extLst>
              <a:ext uri="{FF2B5EF4-FFF2-40B4-BE49-F238E27FC236}">
                <a16:creationId xmlns:a16="http://schemas.microsoft.com/office/drawing/2014/main" id="{C5EAAE64-A309-4B4C-A74F-2A03E3CA7945}"/>
              </a:ext>
            </a:extLst>
          </p:cNvPr>
          <p:cNvSpPr>
            <a:spLocks noGrp="1"/>
          </p:cNvSpPr>
          <p:nvPr/>
        </p:nvSpPr>
        <p:spPr>
          <a:xfrm>
            <a:off x="495300" y="6426922"/>
            <a:ext cx="2120900" cy="369332"/>
          </a:xfrm>
          <a:prstGeom prst="rect">
            <a:avLst/>
          </a:prstGeom>
          <a:noFill/>
        </p:spPr>
        <p:txBody>
          <a:bodyPr wrap="square" lIns="0">
            <a:normAutofit/>
          </a:bodyPr>
          <a:lstStyle/>
          <a:p>
            <a:r>
              <a:rPr sz="1400">
                <a:solidFill>
                  <a:schemeClr val="accent1">
                    <a:lumMod val="60000"/>
                    <a:lumOff val="40000"/>
                  </a:schemeClr>
                </a:solidFill>
              </a:rPr>
              <a:t>含弘光大  继往开来</a:t>
            </a:r>
          </a:p>
        </p:txBody>
      </p:sp>
      <p:sp>
        <p:nvSpPr>
          <p:cNvPr id="51" name="文本框 50">
            <a:extLst>
              <a:ext uri="{FF2B5EF4-FFF2-40B4-BE49-F238E27FC236}">
                <a16:creationId xmlns:a16="http://schemas.microsoft.com/office/drawing/2014/main" id="{1212B6EC-B2F1-472A-9BCF-ECD41B759D5A}"/>
              </a:ext>
            </a:extLst>
          </p:cNvPr>
          <p:cNvSpPr>
            <a:spLocks noGrp="1"/>
          </p:cNvSpPr>
          <p:nvPr/>
        </p:nvSpPr>
        <p:spPr>
          <a:xfrm>
            <a:off x="9404350" y="6426922"/>
            <a:ext cx="2347413" cy="369332"/>
          </a:xfrm>
          <a:prstGeom prst="rect">
            <a:avLst/>
          </a:prstGeom>
          <a:noFill/>
        </p:spPr>
        <p:txBody>
          <a:bodyPr wrap="square" lIns="0" rIns="0">
            <a:normAutofit/>
          </a:bodyPr>
          <a:lstStyle/>
          <a:p>
            <a:pPr algn="r">
              <a:buNone/>
            </a:pPr>
            <a:r>
              <a:rPr sz="1400">
                <a:solidFill>
                  <a:schemeClr val="accent1">
                    <a:lumMod val="60000"/>
                    <a:lumOff val="40000"/>
                  </a:schemeClr>
                </a:solidFill>
              </a:rPr>
              <a:t>www.swu.edu.cn</a:t>
            </a:r>
          </a:p>
        </p:txBody>
      </p:sp>
      <p:sp>
        <p:nvSpPr>
          <p:cNvPr id="52" name="等腰三角形 51">
            <a:extLst>
              <a:ext uri="{FF2B5EF4-FFF2-40B4-BE49-F238E27FC236}">
                <a16:creationId xmlns:a16="http://schemas.microsoft.com/office/drawing/2014/main" id="{B7A495C6-FCCA-4D92-B552-D60DF6E83932}"/>
              </a:ext>
            </a:extLst>
          </p:cNvPr>
          <p:cNvSpPr>
            <a:spLocks noGrp="1"/>
          </p:cNvSpPr>
          <p:nvPr/>
        </p:nvSpPr>
        <p:spPr>
          <a:xfrm rot="5400000">
            <a:off x="517080" y="414159"/>
            <a:ext cx="346021" cy="298294"/>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3" name="等腰三角形 52">
            <a:extLst>
              <a:ext uri="{FF2B5EF4-FFF2-40B4-BE49-F238E27FC236}">
                <a16:creationId xmlns:a16="http://schemas.microsoft.com/office/drawing/2014/main" id="{3066551B-3048-4755-9E20-0951FE4CE189}"/>
              </a:ext>
            </a:extLst>
          </p:cNvPr>
          <p:cNvSpPr>
            <a:spLocks noGrp="1"/>
          </p:cNvSpPr>
          <p:nvPr/>
        </p:nvSpPr>
        <p:spPr>
          <a:xfrm rot="5400000">
            <a:off x="696063" y="439993"/>
            <a:ext cx="286086" cy="246626"/>
          </a:xfrm>
          <a:prstGeom prs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68" name="图片 53"/>
          <p:cNvPicPr>
            <a:picLocks noChangeAspect="1"/>
          </p:cNvPicPr>
          <p:nvPr/>
        </p:nvPicPr>
        <p:blipFill>
          <a:blip r:embed="rId2"/>
          <a:stretch>
            <a:fillRect/>
          </a:stretch>
        </p:blipFill>
        <p:spPr>
          <a:xfrm>
            <a:off x="9502105" y="1"/>
            <a:ext cx="2756569" cy="1162687"/>
          </a:xfrm>
          <a:prstGeom prst="rect">
            <a:avLst/>
          </a:prstGeom>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图文版式4">
    <p:spTree>
      <p:nvGrpSpPr>
        <p:cNvPr id="1" name=""/>
        <p:cNvGrpSpPr/>
        <p:nvPr/>
      </p:nvGrpSpPr>
      <p:grpSpPr>
        <a:xfrm>
          <a:off x="0" y="0"/>
          <a:ext cx="0" cy="0"/>
          <a:chOff x="0" y="0"/>
          <a:chExt cx="0" cy="0"/>
        </a:xfrm>
      </p:grpSpPr>
      <p:sp>
        <p:nvSpPr>
          <p:cNvPr id="4" name="图片占位符 3">
            <a:extLst>
              <a:ext uri="{FF2B5EF4-FFF2-40B4-BE49-F238E27FC236}">
                <a16:creationId xmlns:a16="http://schemas.microsoft.com/office/drawing/2014/main" id="{FA358DE8-D491-438E-8CBB-8E52FB419133}"/>
              </a:ext>
            </a:extLst>
          </p:cNvPr>
          <p:cNvSpPr>
            <a:spLocks noGrp="1"/>
          </p:cNvSpPr>
          <p:nvPr>
            <p:ph type="pic" idx="10"/>
          </p:nvPr>
        </p:nvSpPr>
        <p:spPr>
          <a:xfrm>
            <a:off x="2413001" y="1979613"/>
            <a:ext cx="2154238" cy="2152650"/>
          </a:xfrm>
        </p:spPr>
        <p:txBody>
          <a:bodyPr/>
          <a:lstStyle/>
          <a:p>
            <a:endParaRPr/>
          </a:p>
        </p:txBody>
      </p:sp>
      <p:sp>
        <p:nvSpPr>
          <p:cNvPr id="62" name="图片占位符 3">
            <a:extLst>
              <a:ext uri="{FF2B5EF4-FFF2-40B4-BE49-F238E27FC236}">
                <a16:creationId xmlns:a16="http://schemas.microsoft.com/office/drawing/2014/main" id="{78E185E5-73C2-4BFD-B0CF-6876BF77C5E0}"/>
              </a:ext>
            </a:extLst>
          </p:cNvPr>
          <p:cNvSpPr>
            <a:spLocks noGrp="1"/>
          </p:cNvSpPr>
          <p:nvPr>
            <p:ph type="pic" idx="11"/>
          </p:nvPr>
        </p:nvSpPr>
        <p:spPr>
          <a:xfrm>
            <a:off x="4734468" y="1436861"/>
            <a:ext cx="2154238" cy="2152650"/>
          </a:xfrm>
        </p:spPr>
        <p:txBody>
          <a:bodyPr/>
          <a:lstStyle/>
          <a:p>
            <a:endParaRPr/>
          </a:p>
        </p:txBody>
      </p:sp>
      <p:sp>
        <p:nvSpPr>
          <p:cNvPr id="63" name="图片占位符 3">
            <a:extLst>
              <a:ext uri="{FF2B5EF4-FFF2-40B4-BE49-F238E27FC236}">
                <a16:creationId xmlns:a16="http://schemas.microsoft.com/office/drawing/2014/main" id="{71746E68-CC05-4B23-A073-DE4EEB1B9FC5}"/>
              </a:ext>
            </a:extLst>
          </p:cNvPr>
          <p:cNvSpPr>
            <a:spLocks noGrp="1"/>
          </p:cNvSpPr>
          <p:nvPr>
            <p:ph type="pic" idx="12"/>
          </p:nvPr>
        </p:nvSpPr>
        <p:spPr>
          <a:xfrm>
            <a:off x="7053026" y="1731992"/>
            <a:ext cx="2154238" cy="2152650"/>
          </a:xfrm>
        </p:spPr>
        <p:txBody>
          <a:bodyPr/>
          <a:lstStyle/>
          <a:p>
            <a:endParaRPr/>
          </a:p>
        </p:txBody>
      </p:sp>
      <p:sp>
        <p:nvSpPr>
          <p:cNvPr id="64" name="图片占位符 3">
            <a:extLst>
              <a:ext uri="{FF2B5EF4-FFF2-40B4-BE49-F238E27FC236}">
                <a16:creationId xmlns:a16="http://schemas.microsoft.com/office/drawing/2014/main" id="{F4B4433C-0AF9-4578-9445-F6B1DD12AD4F}"/>
              </a:ext>
            </a:extLst>
          </p:cNvPr>
          <p:cNvSpPr>
            <a:spLocks noGrp="1"/>
          </p:cNvSpPr>
          <p:nvPr>
            <p:ph type="pic" idx="13"/>
          </p:nvPr>
        </p:nvSpPr>
        <p:spPr>
          <a:xfrm>
            <a:off x="9380675" y="2499141"/>
            <a:ext cx="2154238" cy="2152650"/>
          </a:xfrm>
        </p:spPr>
        <p:txBody>
          <a:bodyPr/>
          <a:lstStyle/>
          <a:p>
            <a:endParaRPr/>
          </a:p>
        </p:txBody>
      </p:sp>
      <p:sp>
        <p:nvSpPr>
          <p:cNvPr id="2" name="标题 1">
            <a:extLst>
              <a:ext uri="{FF2B5EF4-FFF2-40B4-BE49-F238E27FC236}">
                <a16:creationId xmlns:a16="http://schemas.microsoft.com/office/drawing/2014/main" id="{DF9F18A5-5821-4606-9AB1-ADE2ACA96343}"/>
              </a:ext>
            </a:extLst>
          </p:cNvPr>
          <p:cNvSpPr>
            <a:spLocks noGrp="1"/>
          </p:cNvSpPr>
          <p:nvPr>
            <p:ph type="title" hasCustomPrompt="1"/>
          </p:nvPr>
        </p:nvSpPr>
        <p:spPr>
          <a:xfrm>
            <a:off x="1057274" y="323240"/>
            <a:ext cx="7893865" cy="480131"/>
          </a:xfrm>
          <a:prstGeom prst="rect">
            <a:avLst/>
          </a:prstGeom>
          <a:noFill/>
        </p:spPr>
        <p:txBody>
          <a:bodyPr wrap="square" lIns="0">
            <a:spAutoFit/>
          </a:bodyPr>
          <a:lstStyle>
            <a:lvl1pPr>
              <a:buNone/>
              <a:defRPr sz="2800" b="1">
                <a:solidFill>
                  <a:srgbClr val="1D2974"/>
                </a:solidFill>
                <a:latin typeface="+mj-ea"/>
                <a:ea typeface="+mj-ea"/>
                <a:cs typeface="+mj-ea"/>
              </a:defRPr>
            </a:lvl1pPr>
          </a:lstStyle>
          <a:p>
            <a:r>
              <a:rPr sz="2800" b="1">
                <a:solidFill>
                  <a:srgbClr val="1D2974"/>
                </a:solidFill>
                <a:latin typeface="+mj-ea"/>
                <a:ea typeface="+mj-ea"/>
                <a:cs typeface="+mj-ea"/>
              </a:rPr>
              <a:t>请输入你的标题或观点</a:t>
            </a:r>
          </a:p>
        </p:txBody>
      </p:sp>
      <p:sp>
        <p:nvSpPr>
          <p:cNvPr id="7" name="直接连接符 6">
            <a:extLst>
              <a:ext uri="{FF2B5EF4-FFF2-40B4-BE49-F238E27FC236}">
                <a16:creationId xmlns:a16="http://schemas.microsoft.com/office/drawing/2014/main" id="{13691389-AD2B-4917-A38E-4211245AC242}"/>
              </a:ext>
            </a:extLst>
          </p:cNvPr>
          <p:cNvSpPr>
            <a:spLocks noGrp="1"/>
          </p:cNvSpPr>
          <p:nvPr/>
        </p:nvSpPr>
        <p:spPr>
          <a:xfrm>
            <a:off x="506307" y="80385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8" name="直接连接符 7">
            <a:extLst>
              <a:ext uri="{FF2B5EF4-FFF2-40B4-BE49-F238E27FC236}">
                <a16:creationId xmlns:a16="http://schemas.microsoft.com/office/drawing/2014/main" id="{7D33CFB3-FE42-4BE1-8E7D-039C6BD7A6C3}"/>
              </a:ext>
            </a:extLst>
          </p:cNvPr>
          <p:cNvSpPr>
            <a:spLocks noGrp="1"/>
          </p:cNvSpPr>
          <p:nvPr/>
        </p:nvSpPr>
        <p:spPr>
          <a:xfrm>
            <a:off x="495300" y="638050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50" name="文本框 49">
            <a:extLst>
              <a:ext uri="{FF2B5EF4-FFF2-40B4-BE49-F238E27FC236}">
                <a16:creationId xmlns:a16="http://schemas.microsoft.com/office/drawing/2014/main" id="{7A94C6E2-A5D5-405E-823C-AE2CC5533FFE}"/>
              </a:ext>
            </a:extLst>
          </p:cNvPr>
          <p:cNvSpPr>
            <a:spLocks noGrp="1"/>
          </p:cNvSpPr>
          <p:nvPr/>
        </p:nvSpPr>
        <p:spPr>
          <a:xfrm>
            <a:off x="495300" y="6426922"/>
            <a:ext cx="2120900" cy="369332"/>
          </a:xfrm>
          <a:prstGeom prst="rect">
            <a:avLst/>
          </a:prstGeom>
          <a:noFill/>
        </p:spPr>
        <p:txBody>
          <a:bodyPr wrap="square" lIns="0">
            <a:normAutofit/>
          </a:bodyPr>
          <a:lstStyle/>
          <a:p>
            <a:r>
              <a:rPr sz="1400">
                <a:solidFill>
                  <a:schemeClr val="accent1">
                    <a:lumMod val="60000"/>
                    <a:lumOff val="40000"/>
                  </a:schemeClr>
                </a:solidFill>
              </a:rPr>
              <a:t>含弘光大  继往开来</a:t>
            </a:r>
          </a:p>
        </p:txBody>
      </p:sp>
      <p:sp>
        <p:nvSpPr>
          <p:cNvPr id="51" name="文本框 50">
            <a:extLst>
              <a:ext uri="{FF2B5EF4-FFF2-40B4-BE49-F238E27FC236}">
                <a16:creationId xmlns:a16="http://schemas.microsoft.com/office/drawing/2014/main" id="{EDDBD8AF-341C-4A88-ABB3-D643960012A8}"/>
              </a:ext>
            </a:extLst>
          </p:cNvPr>
          <p:cNvSpPr>
            <a:spLocks noGrp="1"/>
          </p:cNvSpPr>
          <p:nvPr/>
        </p:nvSpPr>
        <p:spPr>
          <a:xfrm>
            <a:off x="9404350" y="6426922"/>
            <a:ext cx="2347413" cy="369332"/>
          </a:xfrm>
          <a:prstGeom prst="rect">
            <a:avLst/>
          </a:prstGeom>
          <a:noFill/>
        </p:spPr>
        <p:txBody>
          <a:bodyPr wrap="square" lIns="0" rIns="0">
            <a:normAutofit/>
          </a:bodyPr>
          <a:lstStyle/>
          <a:p>
            <a:pPr algn="r">
              <a:buNone/>
            </a:pPr>
            <a:r>
              <a:rPr sz="1400">
                <a:solidFill>
                  <a:schemeClr val="accent1">
                    <a:lumMod val="60000"/>
                    <a:lumOff val="40000"/>
                  </a:schemeClr>
                </a:solidFill>
              </a:rPr>
              <a:t>www.swu.edu.cn</a:t>
            </a:r>
          </a:p>
        </p:txBody>
      </p:sp>
      <p:sp>
        <p:nvSpPr>
          <p:cNvPr id="52" name="等腰三角形 51">
            <a:extLst>
              <a:ext uri="{FF2B5EF4-FFF2-40B4-BE49-F238E27FC236}">
                <a16:creationId xmlns:a16="http://schemas.microsoft.com/office/drawing/2014/main" id="{DF2E6029-D157-4FCA-9931-DC6294C2F5F5}"/>
              </a:ext>
            </a:extLst>
          </p:cNvPr>
          <p:cNvSpPr>
            <a:spLocks noGrp="1"/>
          </p:cNvSpPr>
          <p:nvPr/>
        </p:nvSpPr>
        <p:spPr>
          <a:xfrm rot="5400000">
            <a:off x="517080" y="414159"/>
            <a:ext cx="346021" cy="298294"/>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3" name="等腰三角形 52">
            <a:extLst>
              <a:ext uri="{FF2B5EF4-FFF2-40B4-BE49-F238E27FC236}">
                <a16:creationId xmlns:a16="http://schemas.microsoft.com/office/drawing/2014/main" id="{E326285B-36A8-447F-B12C-75B4B22CF612}"/>
              </a:ext>
            </a:extLst>
          </p:cNvPr>
          <p:cNvSpPr>
            <a:spLocks noGrp="1"/>
          </p:cNvSpPr>
          <p:nvPr/>
        </p:nvSpPr>
        <p:spPr>
          <a:xfrm rot="5400000">
            <a:off x="696063" y="439993"/>
            <a:ext cx="286086" cy="246626"/>
          </a:xfrm>
          <a:prstGeom prs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77" name="图片 55"/>
          <p:cNvPicPr>
            <a:picLocks noChangeAspect="1"/>
          </p:cNvPicPr>
          <p:nvPr/>
        </p:nvPicPr>
        <p:blipFill>
          <a:blip r:embed="rId2"/>
          <a:stretch>
            <a:fillRect/>
          </a:stretch>
        </p:blipFill>
        <p:spPr>
          <a:xfrm>
            <a:off x="9502105" y="1"/>
            <a:ext cx="2756569" cy="1162687"/>
          </a:xfrm>
          <a:prstGeom prst="rect">
            <a:avLst/>
          </a:prstGeom>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图文版式5">
    <p:spTree>
      <p:nvGrpSpPr>
        <p:cNvPr id="1" name=""/>
        <p:cNvGrpSpPr/>
        <p:nvPr/>
      </p:nvGrpSpPr>
      <p:grpSpPr>
        <a:xfrm>
          <a:off x="0" y="0"/>
          <a:ext cx="0" cy="0"/>
          <a:chOff x="0" y="0"/>
          <a:chExt cx="0" cy="0"/>
        </a:xfrm>
      </p:grpSpPr>
      <p:sp>
        <p:nvSpPr>
          <p:cNvPr id="54" name="矩形 53">
            <a:extLst>
              <a:ext uri="{FF2B5EF4-FFF2-40B4-BE49-F238E27FC236}">
                <a16:creationId xmlns:a16="http://schemas.microsoft.com/office/drawing/2014/main" id="{B114CABF-6246-4546-9B4A-9A85762BAE05}"/>
              </a:ext>
            </a:extLst>
          </p:cNvPr>
          <p:cNvSpPr>
            <a:spLocks noGrp="1"/>
          </p:cNvSpPr>
          <p:nvPr/>
        </p:nvSpPr>
        <p:spPr>
          <a:xfrm>
            <a:off x="1365536" y="1468907"/>
            <a:ext cx="4100904" cy="431447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图片占位符 3">
            <a:extLst>
              <a:ext uri="{FF2B5EF4-FFF2-40B4-BE49-F238E27FC236}">
                <a16:creationId xmlns:a16="http://schemas.microsoft.com/office/drawing/2014/main" id="{F26B40C5-1FC0-4B8E-98B2-DA4E49AC6B08}"/>
              </a:ext>
            </a:extLst>
          </p:cNvPr>
          <p:cNvSpPr>
            <a:spLocks noGrp="1"/>
          </p:cNvSpPr>
          <p:nvPr>
            <p:ph type="pic" idx="10"/>
          </p:nvPr>
        </p:nvSpPr>
        <p:spPr>
          <a:xfrm>
            <a:off x="962025" y="1296988"/>
            <a:ext cx="4365625" cy="4314825"/>
          </a:xfrm>
        </p:spPr>
        <p:txBody>
          <a:bodyPr/>
          <a:lstStyle/>
          <a:p>
            <a:endParaRPr/>
          </a:p>
        </p:txBody>
      </p:sp>
      <p:sp>
        <p:nvSpPr>
          <p:cNvPr id="2" name="标题 1">
            <a:extLst>
              <a:ext uri="{FF2B5EF4-FFF2-40B4-BE49-F238E27FC236}">
                <a16:creationId xmlns:a16="http://schemas.microsoft.com/office/drawing/2014/main" id="{359D237E-D5BF-4857-A572-D866FA61DD90}"/>
              </a:ext>
            </a:extLst>
          </p:cNvPr>
          <p:cNvSpPr>
            <a:spLocks noGrp="1"/>
          </p:cNvSpPr>
          <p:nvPr>
            <p:ph type="title" hasCustomPrompt="1"/>
          </p:nvPr>
        </p:nvSpPr>
        <p:spPr>
          <a:xfrm>
            <a:off x="1057274" y="323240"/>
            <a:ext cx="7893865" cy="480131"/>
          </a:xfrm>
          <a:prstGeom prst="rect">
            <a:avLst/>
          </a:prstGeom>
          <a:noFill/>
        </p:spPr>
        <p:txBody>
          <a:bodyPr wrap="square" lIns="0">
            <a:spAutoFit/>
          </a:bodyPr>
          <a:lstStyle>
            <a:lvl1pPr>
              <a:buNone/>
              <a:defRPr sz="2800" b="1">
                <a:solidFill>
                  <a:srgbClr val="1D2974"/>
                </a:solidFill>
                <a:latin typeface="+mj-ea"/>
                <a:ea typeface="+mj-ea"/>
                <a:cs typeface="+mj-ea"/>
              </a:defRPr>
            </a:lvl1pPr>
          </a:lstStyle>
          <a:p>
            <a:r>
              <a:rPr sz="2800" b="1">
                <a:solidFill>
                  <a:srgbClr val="1D2974"/>
                </a:solidFill>
                <a:latin typeface="+mj-ea"/>
                <a:ea typeface="+mj-ea"/>
                <a:cs typeface="+mj-ea"/>
              </a:rPr>
              <a:t>请输入你的标题或观点</a:t>
            </a:r>
          </a:p>
        </p:txBody>
      </p:sp>
      <p:sp>
        <p:nvSpPr>
          <p:cNvPr id="7" name="直接连接符 6">
            <a:extLst>
              <a:ext uri="{FF2B5EF4-FFF2-40B4-BE49-F238E27FC236}">
                <a16:creationId xmlns:a16="http://schemas.microsoft.com/office/drawing/2014/main" id="{844A11C9-7295-48CE-9F53-BCFFBC33B92A}"/>
              </a:ext>
            </a:extLst>
          </p:cNvPr>
          <p:cNvSpPr>
            <a:spLocks noGrp="1"/>
          </p:cNvSpPr>
          <p:nvPr/>
        </p:nvSpPr>
        <p:spPr>
          <a:xfrm>
            <a:off x="506307" y="80385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8" name="直接连接符 7">
            <a:extLst>
              <a:ext uri="{FF2B5EF4-FFF2-40B4-BE49-F238E27FC236}">
                <a16:creationId xmlns:a16="http://schemas.microsoft.com/office/drawing/2014/main" id="{26A9DCF7-C3AC-4AAE-A5A6-B2CD85C072C1}"/>
              </a:ext>
            </a:extLst>
          </p:cNvPr>
          <p:cNvSpPr>
            <a:spLocks noGrp="1"/>
          </p:cNvSpPr>
          <p:nvPr/>
        </p:nvSpPr>
        <p:spPr>
          <a:xfrm>
            <a:off x="495300" y="638050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50" name="文本框 49">
            <a:extLst>
              <a:ext uri="{FF2B5EF4-FFF2-40B4-BE49-F238E27FC236}">
                <a16:creationId xmlns:a16="http://schemas.microsoft.com/office/drawing/2014/main" id="{0B85C5A4-280E-439E-9FF9-24590BC4C70C}"/>
              </a:ext>
            </a:extLst>
          </p:cNvPr>
          <p:cNvSpPr>
            <a:spLocks noGrp="1"/>
          </p:cNvSpPr>
          <p:nvPr/>
        </p:nvSpPr>
        <p:spPr>
          <a:xfrm>
            <a:off x="495300" y="6426922"/>
            <a:ext cx="2120900" cy="369332"/>
          </a:xfrm>
          <a:prstGeom prst="rect">
            <a:avLst/>
          </a:prstGeom>
          <a:noFill/>
        </p:spPr>
        <p:txBody>
          <a:bodyPr wrap="square" lIns="0">
            <a:normAutofit/>
          </a:bodyPr>
          <a:lstStyle/>
          <a:p>
            <a:r>
              <a:rPr sz="1400">
                <a:solidFill>
                  <a:schemeClr val="accent1">
                    <a:lumMod val="60000"/>
                    <a:lumOff val="40000"/>
                  </a:schemeClr>
                </a:solidFill>
              </a:rPr>
              <a:t>含弘光大  继往开来</a:t>
            </a:r>
          </a:p>
        </p:txBody>
      </p:sp>
      <p:sp>
        <p:nvSpPr>
          <p:cNvPr id="51" name="文本框 50">
            <a:extLst>
              <a:ext uri="{FF2B5EF4-FFF2-40B4-BE49-F238E27FC236}">
                <a16:creationId xmlns:a16="http://schemas.microsoft.com/office/drawing/2014/main" id="{625ABAC5-E73A-4DF5-AC02-9010BD8B3CBB}"/>
              </a:ext>
            </a:extLst>
          </p:cNvPr>
          <p:cNvSpPr>
            <a:spLocks noGrp="1"/>
          </p:cNvSpPr>
          <p:nvPr/>
        </p:nvSpPr>
        <p:spPr>
          <a:xfrm>
            <a:off x="9404350" y="6426922"/>
            <a:ext cx="2347413" cy="369332"/>
          </a:xfrm>
          <a:prstGeom prst="rect">
            <a:avLst/>
          </a:prstGeom>
          <a:noFill/>
        </p:spPr>
        <p:txBody>
          <a:bodyPr wrap="square" lIns="0" rIns="0">
            <a:normAutofit/>
          </a:bodyPr>
          <a:lstStyle/>
          <a:p>
            <a:pPr algn="r">
              <a:buNone/>
            </a:pPr>
            <a:r>
              <a:rPr sz="1400">
                <a:solidFill>
                  <a:schemeClr val="accent1">
                    <a:lumMod val="60000"/>
                    <a:lumOff val="40000"/>
                  </a:schemeClr>
                </a:solidFill>
              </a:rPr>
              <a:t>www.swu.edu.cn</a:t>
            </a:r>
          </a:p>
        </p:txBody>
      </p:sp>
      <p:sp>
        <p:nvSpPr>
          <p:cNvPr id="52" name="等腰三角形 51">
            <a:extLst>
              <a:ext uri="{FF2B5EF4-FFF2-40B4-BE49-F238E27FC236}">
                <a16:creationId xmlns:a16="http://schemas.microsoft.com/office/drawing/2014/main" id="{9C512443-AD9F-405F-B657-C1B03CE93CA3}"/>
              </a:ext>
            </a:extLst>
          </p:cNvPr>
          <p:cNvSpPr>
            <a:spLocks noGrp="1"/>
          </p:cNvSpPr>
          <p:nvPr/>
        </p:nvSpPr>
        <p:spPr>
          <a:xfrm rot="5400000">
            <a:off x="517080" y="414159"/>
            <a:ext cx="346021" cy="298294"/>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3" name="等腰三角形 52">
            <a:extLst>
              <a:ext uri="{FF2B5EF4-FFF2-40B4-BE49-F238E27FC236}">
                <a16:creationId xmlns:a16="http://schemas.microsoft.com/office/drawing/2014/main" id="{B2617F24-4B71-43E7-AE3D-300F17F7DC43}"/>
              </a:ext>
            </a:extLst>
          </p:cNvPr>
          <p:cNvSpPr>
            <a:spLocks noGrp="1"/>
          </p:cNvSpPr>
          <p:nvPr/>
        </p:nvSpPr>
        <p:spPr>
          <a:xfrm rot="5400000">
            <a:off x="696063" y="439993"/>
            <a:ext cx="286086" cy="246626"/>
          </a:xfrm>
          <a:prstGeom prs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65" name="图片 55"/>
          <p:cNvPicPr>
            <a:picLocks noChangeAspect="1"/>
          </p:cNvPicPr>
          <p:nvPr/>
        </p:nvPicPr>
        <p:blipFill>
          <a:blip r:embed="rId2"/>
          <a:stretch>
            <a:fillRect/>
          </a:stretch>
        </p:blipFill>
        <p:spPr>
          <a:xfrm>
            <a:off x="9502105" y="1"/>
            <a:ext cx="2756569" cy="1162687"/>
          </a:xfrm>
          <a:prstGeom prst="rect">
            <a:avLst/>
          </a:prstGeom>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多图展示8">
    <p:spTree>
      <p:nvGrpSpPr>
        <p:cNvPr id="1" name=""/>
        <p:cNvGrpSpPr/>
        <p:nvPr/>
      </p:nvGrpSpPr>
      <p:grpSpPr>
        <a:xfrm>
          <a:off x="0" y="0"/>
          <a:ext cx="0" cy="0"/>
          <a:chOff x="0" y="0"/>
          <a:chExt cx="0" cy="0"/>
        </a:xfrm>
      </p:grpSpPr>
      <p:sp>
        <p:nvSpPr>
          <p:cNvPr id="4" name="图片占位符 3">
            <a:extLst>
              <a:ext uri="{FF2B5EF4-FFF2-40B4-BE49-F238E27FC236}">
                <a16:creationId xmlns:a16="http://schemas.microsoft.com/office/drawing/2014/main" id="{C5DF7713-5271-46AC-9554-8F1FC034BF92}"/>
              </a:ext>
            </a:extLst>
          </p:cNvPr>
          <p:cNvSpPr>
            <a:spLocks noGrp="1"/>
          </p:cNvSpPr>
          <p:nvPr>
            <p:ph type="pic" idx="10"/>
          </p:nvPr>
        </p:nvSpPr>
        <p:spPr>
          <a:xfrm>
            <a:off x="1135400" y="2151866"/>
            <a:ext cx="1340968" cy="1322405"/>
          </a:xfrm>
          <a:prstGeom prst="ellipse">
            <a:avLst/>
          </a:prstGeom>
        </p:spPr>
        <p:txBody>
          <a:bodyPr/>
          <a:lstStyle/>
          <a:p>
            <a:endParaRPr/>
          </a:p>
        </p:txBody>
      </p:sp>
      <p:sp>
        <p:nvSpPr>
          <p:cNvPr id="64" name="图片占位符 3">
            <a:extLst>
              <a:ext uri="{FF2B5EF4-FFF2-40B4-BE49-F238E27FC236}">
                <a16:creationId xmlns:a16="http://schemas.microsoft.com/office/drawing/2014/main" id="{83C08B7E-23DD-4D67-BC25-56FA881E7FA2}"/>
              </a:ext>
            </a:extLst>
          </p:cNvPr>
          <p:cNvSpPr>
            <a:spLocks noGrp="1"/>
          </p:cNvSpPr>
          <p:nvPr>
            <p:ph type="pic" idx="11"/>
          </p:nvPr>
        </p:nvSpPr>
        <p:spPr>
          <a:xfrm>
            <a:off x="3998284" y="2151865"/>
            <a:ext cx="1340968" cy="1322405"/>
          </a:xfrm>
          <a:prstGeom prst="ellipse">
            <a:avLst/>
          </a:prstGeom>
        </p:spPr>
        <p:txBody>
          <a:bodyPr/>
          <a:lstStyle/>
          <a:p>
            <a:endParaRPr/>
          </a:p>
        </p:txBody>
      </p:sp>
      <p:sp>
        <p:nvSpPr>
          <p:cNvPr id="52" name="矩形 51">
            <a:extLst>
              <a:ext uri="{FF2B5EF4-FFF2-40B4-BE49-F238E27FC236}">
                <a16:creationId xmlns:a16="http://schemas.microsoft.com/office/drawing/2014/main" id="{B6C823E1-228D-4D51-8A2E-6705A14CE857}"/>
              </a:ext>
            </a:extLst>
          </p:cNvPr>
          <p:cNvSpPr>
            <a:spLocks noGrp="1"/>
          </p:cNvSpPr>
          <p:nvPr/>
        </p:nvSpPr>
        <p:spPr>
          <a:xfrm>
            <a:off x="0" y="6421120"/>
            <a:ext cx="12192000" cy="436880"/>
          </a:xfrm>
          <a:prstGeom prst="rect">
            <a:avLst/>
          </a:prstGeom>
          <a:solidFill>
            <a:srgbClr val="1D29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 name="标题 1">
            <a:extLst>
              <a:ext uri="{FF2B5EF4-FFF2-40B4-BE49-F238E27FC236}">
                <a16:creationId xmlns:a16="http://schemas.microsoft.com/office/drawing/2014/main" id="{80D228C3-40D7-4FD0-AA36-D142A3D604EC}"/>
              </a:ext>
            </a:extLst>
          </p:cNvPr>
          <p:cNvSpPr>
            <a:spLocks noGrp="1"/>
          </p:cNvSpPr>
          <p:nvPr>
            <p:ph type="title" hasCustomPrompt="1"/>
          </p:nvPr>
        </p:nvSpPr>
        <p:spPr>
          <a:xfrm>
            <a:off x="1060450" y="323240"/>
            <a:ext cx="7890690" cy="480131"/>
          </a:xfrm>
          <a:prstGeom prst="rect">
            <a:avLst/>
          </a:prstGeom>
          <a:noFill/>
        </p:spPr>
        <p:txBody>
          <a:bodyPr wrap="square" lIns="0">
            <a:spAutoFit/>
          </a:bodyPr>
          <a:lstStyle>
            <a:lvl1pPr>
              <a:buNone/>
              <a:defRPr sz="2800" b="1">
                <a:solidFill>
                  <a:srgbClr val="1D2974"/>
                </a:solidFill>
                <a:latin typeface="+mj-ea"/>
                <a:ea typeface="+mj-ea"/>
                <a:cs typeface="+mj-ea"/>
              </a:defRPr>
            </a:lvl1pPr>
          </a:lstStyle>
          <a:p>
            <a:r>
              <a:rPr sz="2800" b="1">
                <a:solidFill>
                  <a:srgbClr val="1D2974"/>
                </a:solidFill>
                <a:latin typeface="+mj-ea"/>
                <a:ea typeface="+mj-ea"/>
                <a:cs typeface="+mj-ea"/>
              </a:rPr>
              <a:t>请输入你的标题或观点</a:t>
            </a:r>
          </a:p>
        </p:txBody>
      </p:sp>
      <p:sp>
        <p:nvSpPr>
          <p:cNvPr id="7" name="直接连接符 6">
            <a:extLst>
              <a:ext uri="{FF2B5EF4-FFF2-40B4-BE49-F238E27FC236}">
                <a16:creationId xmlns:a16="http://schemas.microsoft.com/office/drawing/2014/main" id="{D0E2BC5B-64B2-4FB0-85D3-FD93774F33EF}"/>
              </a:ext>
            </a:extLst>
          </p:cNvPr>
          <p:cNvSpPr>
            <a:spLocks noGrp="1"/>
          </p:cNvSpPr>
          <p:nvPr/>
        </p:nvSpPr>
        <p:spPr>
          <a:xfrm>
            <a:off x="506307" y="80385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50" name="文本框 49">
            <a:extLst>
              <a:ext uri="{FF2B5EF4-FFF2-40B4-BE49-F238E27FC236}">
                <a16:creationId xmlns:a16="http://schemas.microsoft.com/office/drawing/2014/main" id="{68E7B559-3E60-42B9-BD34-FC5ED7647F4F}"/>
              </a:ext>
            </a:extLst>
          </p:cNvPr>
          <p:cNvSpPr>
            <a:spLocks noGrp="1"/>
          </p:cNvSpPr>
          <p:nvPr/>
        </p:nvSpPr>
        <p:spPr>
          <a:xfrm>
            <a:off x="495300" y="6471892"/>
            <a:ext cx="2120900" cy="369332"/>
          </a:xfrm>
          <a:prstGeom prst="rect">
            <a:avLst/>
          </a:prstGeom>
          <a:noFill/>
        </p:spPr>
        <p:txBody>
          <a:bodyPr wrap="square" lIns="0">
            <a:normAutofit/>
          </a:bodyPr>
          <a:lstStyle/>
          <a:p>
            <a:r>
              <a:rPr sz="1400">
                <a:solidFill>
                  <a:schemeClr val="bg1"/>
                </a:solidFill>
              </a:rPr>
              <a:t>含弘光大  继往开来</a:t>
            </a:r>
          </a:p>
        </p:txBody>
      </p:sp>
      <p:sp>
        <p:nvSpPr>
          <p:cNvPr id="51" name="文本框 50">
            <a:extLst>
              <a:ext uri="{FF2B5EF4-FFF2-40B4-BE49-F238E27FC236}">
                <a16:creationId xmlns:a16="http://schemas.microsoft.com/office/drawing/2014/main" id="{3E3CFF0A-08C4-40AC-8433-0BFB96BFA6BA}"/>
              </a:ext>
            </a:extLst>
          </p:cNvPr>
          <p:cNvSpPr>
            <a:spLocks noGrp="1"/>
          </p:cNvSpPr>
          <p:nvPr/>
        </p:nvSpPr>
        <p:spPr>
          <a:xfrm>
            <a:off x="9404350" y="6471892"/>
            <a:ext cx="2347413" cy="369332"/>
          </a:xfrm>
          <a:prstGeom prst="rect">
            <a:avLst/>
          </a:prstGeom>
          <a:noFill/>
        </p:spPr>
        <p:txBody>
          <a:bodyPr wrap="square" lIns="0" rIns="0">
            <a:normAutofit/>
          </a:bodyPr>
          <a:lstStyle/>
          <a:p>
            <a:pPr algn="r">
              <a:buNone/>
            </a:pPr>
            <a:r>
              <a:rPr sz="1400">
                <a:solidFill>
                  <a:schemeClr val="bg1"/>
                </a:solidFill>
              </a:rPr>
              <a:t>www.swu.edu.cn</a:t>
            </a:r>
          </a:p>
        </p:txBody>
      </p:sp>
      <p:sp>
        <p:nvSpPr>
          <p:cNvPr id="54" name="等腰三角形 53">
            <a:extLst>
              <a:ext uri="{FF2B5EF4-FFF2-40B4-BE49-F238E27FC236}">
                <a16:creationId xmlns:a16="http://schemas.microsoft.com/office/drawing/2014/main" id="{EC7CCC39-3583-4F92-ACBB-D102DE0AF2AB}"/>
              </a:ext>
            </a:extLst>
          </p:cNvPr>
          <p:cNvSpPr>
            <a:spLocks noGrp="1"/>
          </p:cNvSpPr>
          <p:nvPr/>
        </p:nvSpPr>
        <p:spPr>
          <a:xfrm rot="5400000">
            <a:off x="517080" y="414159"/>
            <a:ext cx="346021" cy="298294"/>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5" name="等腰三角形 54">
            <a:extLst>
              <a:ext uri="{FF2B5EF4-FFF2-40B4-BE49-F238E27FC236}">
                <a16:creationId xmlns:a16="http://schemas.microsoft.com/office/drawing/2014/main" id="{3E7BA20E-16E0-4883-A078-9F85FC20CC19}"/>
              </a:ext>
            </a:extLst>
          </p:cNvPr>
          <p:cNvSpPr>
            <a:spLocks noGrp="1"/>
          </p:cNvSpPr>
          <p:nvPr/>
        </p:nvSpPr>
        <p:spPr>
          <a:xfrm rot="5400000">
            <a:off x="696063" y="439993"/>
            <a:ext cx="286086" cy="246626"/>
          </a:xfrm>
          <a:prstGeom prs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1" name="图片占位符 3">
            <a:extLst>
              <a:ext uri="{FF2B5EF4-FFF2-40B4-BE49-F238E27FC236}">
                <a16:creationId xmlns:a16="http://schemas.microsoft.com/office/drawing/2014/main" id="{CEAAE8F9-4C10-4CD9-A95E-13528F9B8C5E}"/>
              </a:ext>
            </a:extLst>
          </p:cNvPr>
          <p:cNvSpPr>
            <a:spLocks noGrp="1"/>
          </p:cNvSpPr>
          <p:nvPr>
            <p:ph type="pic" idx="12"/>
          </p:nvPr>
        </p:nvSpPr>
        <p:spPr>
          <a:xfrm>
            <a:off x="6861168" y="2151865"/>
            <a:ext cx="1340968" cy="1322405"/>
          </a:xfrm>
          <a:prstGeom prst="ellipse">
            <a:avLst/>
          </a:prstGeom>
        </p:spPr>
        <p:txBody>
          <a:bodyPr/>
          <a:lstStyle/>
          <a:p>
            <a:endParaRPr/>
          </a:p>
        </p:txBody>
      </p:sp>
      <p:sp>
        <p:nvSpPr>
          <p:cNvPr id="72" name="图片占位符 3">
            <a:extLst>
              <a:ext uri="{FF2B5EF4-FFF2-40B4-BE49-F238E27FC236}">
                <a16:creationId xmlns:a16="http://schemas.microsoft.com/office/drawing/2014/main" id="{B157B2E2-03FF-432B-8ACF-05B1F76D20FF}"/>
              </a:ext>
            </a:extLst>
          </p:cNvPr>
          <p:cNvSpPr>
            <a:spLocks noGrp="1"/>
          </p:cNvSpPr>
          <p:nvPr>
            <p:ph type="pic" idx="13"/>
          </p:nvPr>
        </p:nvSpPr>
        <p:spPr>
          <a:xfrm>
            <a:off x="9724052" y="2151865"/>
            <a:ext cx="1340968" cy="1322405"/>
          </a:xfrm>
          <a:prstGeom prst="ellipse">
            <a:avLst/>
          </a:prstGeom>
        </p:spPr>
        <p:txBody>
          <a:bodyPr/>
          <a:lstStyle/>
          <a:p>
            <a:endParaRPr/>
          </a:p>
        </p:txBody>
      </p:sp>
      <p:sp>
        <p:nvSpPr>
          <p:cNvPr id="73" name="图片占位符 3">
            <a:extLst>
              <a:ext uri="{FF2B5EF4-FFF2-40B4-BE49-F238E27FC236}">
                <a16:creationId xmlns:a16="http://schemas.microsoft.com/office/drawing/2014/main" id="{1F6642F1-E57A-42CC-8137-FED71ACFECBF}"/>
              </a:ext>
            </a:extLst>
          </p:cNvPr>
          <p:cNvSpPr>
            <a:spLocks noGrp="1"/>
          </p:cNvSpPr>
          <p:nvPr>
            <p:ph type="pic" idx="14"/>
          </p:nvPr>
        </p:nvSpPr>
        <p:spPr>
          <a:xfrm>
            <a:off x="1135400" y="4086132"/>
            <a:ext cx="1340968" cy="1322405"/>
          </a:xfrm>
          <a:prstGeom prst="ellipse">
            <a:avLst/>
          </a:prstGeom>
        </p:spPr>
        <p:txBody>
          <a:bodyPr/>
          <a:lstStyle/>
          <a:p>
            <a:endParaRPr/>
          </a:p>
        </p:txBody>
      </p:sp>
      <p:sp>
        <p:nvSpPr>
          <p:cNvPr id="74" name="图片占位符 3">
            <a:extLst>
              <a:ext uri="{FF2B5EF4-FFF2-40B4-BE49-F238E27FC236}">
                <a16:creationId xmlns:a16="http://schemas.microsoft.com/office/drawing/2014/main" id="{0BEA2DC8-4905-4513-A906-40DC8394E7E0}"/>
              </a:ext>
            </a:extLst>
          </p:cNvPr>
          <p:cNvSpPr>
            <a:spLocks noGrp="1"/>
          </p:cNvSpPr>
          <p:nvPr>
            <p:ph type="pic" idx="15"/>
          </p:nvPr>
        </p:nvSpPr>
        <p:spPr>
          <a:xfrm>
            <a:off x="3998284" y="4086131"/>
            <a:ext cx="1340968" cy="1322405"/>
          </a:xfrm>
          <a:prstGeom prst="ellipse">
            <a:avLst/>
          </a:prstGeom>
        </p:spPr>
        <p:txBody>
          <a:bodyPr/>
          <a:lstStyle/>
          <a:p>
            <a:endParaRPr/>
          </a:p>
        </p:txBody>
      </p:sp>
      <p:sp>
        <p:nvSpPr>
          <p:cNvPr id="75" name="图片占位符 3">
            <a:extLst>
              <a:ext uri="{FF2B5EF4-FFF2-40B4-BE49-F238E27FC236}">
                <a16:creationId xmlns:a16="http://schemas.microsoft.com/office/drawing/2014/main" id="{ADF9A468-F581-4A23-916D-6A05016CFA6A}"/>
              </a:ext>
            </a:extLst>
          </p:cNvPr>
          <p:cNvSpPr>
            <a:spLocks noGrp="1"/>
          </p:cNvSpPr>
          <p:nvPr>
            <p:ph type="pic" idx="16"/>
          </p:nvPr>
        </p:nvSpPr>
        <p:spPr>
          <a:xfrm>
            <a:off x="6861168" y="4086131"/>
            <a:ext cx="1340968" cy="1322405"/>
          </a:xfrm>
          <a:prstGeom prst="ellipse">
            <a:avLst/>
          </a:prstGeom>
        </p:spPr>
        <p:txBody>
          <a:bodyPr/>
          <a:lstStyle/>
          <a:p>
            <a:endParaRPr/>
          </a:p>
        </p:txBody>
      </p:sp>
      <p:sp>
        <p:nvSpPr>
          <p:cNvPr id="76" name="图片占位符 3">
            <a:extLst>
              <a:ext uri="{FF2B5EF4-FFF2-40B4-BE49-F238E27FC236}">
                <a16:creationId xmlns:a16="http://schemas.microsoft.com/office/drawing/2014/main" id="{9A364E86-6F47-4CAB-B7D6-624E07B3DCBE}"/>
              </a:ext>
            </a:extLst>
          </p:cNvPr>
          <p:cNvSpPr>
            <a:spLocks noGrp="1"/>
          </p:cNvSpPr>
          <p:nvPr>
            <p:ph type="pic" idx="17"/>
          </p:nvPr>
        </p:nvSpPr>
        <p:spPr>
          <a:xfrm>
            <a:off x="9724052" y="4086131"/>
            <a:ext cx="1340968" cy="1322405"/>
          </a:xfrm>
          <a:prstGeom prst="ellipse">
            <a:avLst/>
          </a:prstGeom>
        </p:spPr>
        <p:txBody>
          <a:bodyPr/>
          <a:lstStyle/>
          <a:p>
            <a:endParaRPr/>
          </a:p>
        </p:txBody>
      </p:sp>
      <p:pic>
        <p:nvPicPr>
          <p:cNvPr id="93" name="图片 58"/>
          <p:cNvPicPr>
            <a:picLocks noChangeAspect="1"/>
          </p:cNvPicPr>
          <p:nvPr/>
        </p:nvPicPr>
        <p:blipFill>
          <a:blip r:embed="rId2"/>
          <a:stretch>
            <a:fillRect/>
          </a:stretch>
        </p:blipFill>
        <p:spPr>
          <a:xfrm>
            <a:off x="9502105" y="1"/>
            <a:ext cx="2756569" cy="1162687"/>
          </a:xfrm>
          <a:prstGeom prst="rect">
            <a:avLst/>
          </a:prstGeom>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多图展示4">
    <p:spTree>
      <p:nvGrpSpPr>
        <p:cNvPr id="1" name=""/>
        <p:cNvGrpSpPr/>
        <p:nvPr/>
      </p:nvGrpSpPr>
      <p:grpSpPr>
        <a:xfrm>
          <a:off x="0" y="0"/>
          <a:ext cx="0" cy="0"/>
          <a:chOff x="0" y="0"/>
          <a:chExt cx="0" cy="0"/>
        </a:xfrm>
      </p:grpSpPr>
      <p:sp>
        <p:nvSpPr>
          <p:cNvPr id="4" name="图片占位符 3">
            <a:extLst>
              <a:ext uri="{FF2B5EF4-FFF2-40B4-BE49-F238E27FC236}">
                <a16:creationId xmlns:a16="http://schemas.microsoft.com/office/drawing/2014/main" id="{FDFD5613-3DF4-4E4E-B309-7791EC9481D1}"/>
              </a:ext>
            </a:extLst>
          </p:cNvPr>
          <p:cNvSpPr>
            <a:spLocks noGrp="1"/>
          </p:cNvSpPr>
          <p:nvPr>
            <p:ph type="pic" idx="10"/>
          </p:nvPr>
        </p:nvSpPr>
        <p:spPr>
          <a:xfrm>
            <a:off x="862702" y="2197506"/>
            <a:ext cx="1826962" cy="1801671"/>
          </a:xfrm>
          <a:prstGeom prst="ellipse">
            <a:avLst/>
          </a:prstGeom>
        </p:spPr>
        <p:txBody>
          <a:bodyPr/>
          <a:lstStyle/>
          <a:p>
            <a:endParaRPr/>
          </a:p>
        </p:txBody>
      </p:sp>
      <p:sp>
        <p:nvSpPr>
          <p:cNvPr id="52" name="矩形 51">
            <a:extLst>
              <a:ext uri="{FF2B5EF4-FFF2-40B4-BE49-F238E27FC236}">
                <a16:creationId xmlns:a16="http://schemas.microsoft.com/office/drawing/2014/main" id="{96B0575C-2D33-4ADB-8906-8D1111DA77CD}"/>
              </a:ext>
            </a:extLst>
          </p:cNvPr>
          <p:cNvSpPr>
            <a:spLocks noGrp="1"/>
          </p:cNvSpPr>
          <p:nvPr/>
        </p:nvSpPr>
        <p:spPr>
          <a:xfrm>
            <a:off x="0" y="6421120"/>
            <a:ext cx="12192000" cy="436880"/>
          </a:xfrm>
          <a:prstGeom prst="rect">
            <a:avLst/>
          </a:prstGeom>
          <a:solidFill>
            <a:srgbClr val="1D29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 name="标题 1">
            <a:extLst>
              <a:ext uri="{FF2B5EF4-FFF2-40B4-BE49-F238E27FC236}">
                <a16:creationId xmlns:a16="http://schemas.microsoft.com/office/drawing/2014/main" id="{C20031AF-F4F9-4DBF-BDB3-A6C27E251D9F}"/>
              </a:ext>
            </a:extLst>
          </p:cNvPr>
          <p:cNvSpPr>
            <a:spLocks noGrp="1"/>
          </p:cNvSpPr>
          <p:nvPr>
            <p:ph type="title" hasCustomPrompt="1"/>
          </p:nvPr>
        </p:nvSpPr>
        <p:spPr>
          <a:xfrm>
            <a:off x="1060450" y="323240"/>
            <a:ext cx="7890690" cy="480131"/>
          </a:xfrm>
          <a:prstGeom prst="rect">
            <a:avLst/>
          </a:prstGeom>
          <a:noFill/>
        </p:spPr>
        <p:txBody>
          <a:bodyPr wrap="square" lIns="0">
            <a:spAutoFit/>
          </a:bodyPr>
          <a:lstStyle>
            <a:lvl1pPr>
              <a:buNone/>
              <a:defRPr sz="2800" b="1">
                <a:solidFill>
                  <a:srgbClr val="1D2974"/>
                </a:solidFill>
                <a:latin typeface="+mj-ea"/>
                <a:ea typeface="+mj-ea"/>
                <a:cs typeface="+mj-ea"/>
              </a:defRPr>
            </a:lvl1pPr>
          </a:lstStyle>
          <a:p>
            <a:r>
              <a:rPr sz="2800" b="1">
                <a:solidFill>
                  <a:srgbClr val="1D2974"/>
                </a:solidFill>
                <a:latin typeface="+mj-ea"/>
                <a:ea typeface="+mj-ea"/>
                <a:cs typeface="+mj-ea"/>
              </a:rPr>
              <a:t>请输入你的标题或观点</a:t>
            </a:r>
          </a:p>
        </p:txBody>
      </p:sp>
      <p:sp>
        <p:nvSpPr>
          <p:cNvPr id="7" name="直接连接符 6">
            <a:extLst>
              <a:ext uri="{FF2B5EF4-FFF2-40B4-BE49-F238E27FC236}">
                <a16:creationId xmlns:a16="http://schemas.microsoft.com/office/drawing/2014/main" id="{64403DD9-5BEF-4E3F-AE75-288C9EE523A6}"/>
              </a:ext>
            </a:extLst>
          </p:cNvPr>
          <p:cNvSpPr>
            <a:spLocks noGrp="1"/>
          </p:cNvSpPr>
          <p:nvPr/>
        </p:nvSpPr>
        <p:spPr>
          <a:xfrm>
            <a:off x="506307" y="80385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50" name="文本框 49">
            <a:extLst>
              <a:ext uri="{FF2B5EF4-FFF2-40B4-BE49-F238E27FC236}">
                <a16:creationId xmlns:a16="http://schemas.microsoft.com/office/drawing/2014/main" id="{50042E61-6476-421F-AF02-256B3322E11B}"/>
              </a:ext>
            </a:extLst>
          </p:cNvPr>
          <p:cNvSpPr>
            <a:spLocks noGrp="1"/>
          </p:cNvSpPr>
          <p:nvPr/>
        </p:nvSpPr>
        <p:spPr>
          <a:xfrm>
            <a:off x="495300" y="6471892"/>
            <a:ext cx="2120900" cy="369332"/>
          </a:xfrm>
          <a:prstGeom prst="rect">
            <a:avLst/>
          </a:prstGeom>
          <a:noFill/>
        </p:spPr>
        <p:txBody>
          <a:bodyPr wrap="square" lIns="0">
            <a:normAutofit/>
          </a:bodyPr>
          <a:lstStyle/>
          <a:p>
            <a:r>
              <a:rPr sz="1400">
                <a:solidFill>
                  <a:schemeClr val="bg1"/>
                </a:solidFill>
              </a:rPr>
              <a:t>含弘光大  继往开来</a:t>
            </a:r>
          </a:p>
        </p:txBody>
      </p:sp>
      <p:sp>
        <p:nvSpPr>
          <p:cNvPr id="51" name="文本框 50">
            <a:extLst>
              <a:ext uri="{FF2B5EF4-FFF2-40B4-BE49-F238E27FC236}">
                <a16:creationId xmlns:a16="http://schemas.microsoft.com/office/drawing/2014/main" id="{542D6D1D-11A0-42C0-B87A-581977942E9F}"/>
              </a:ext>
            </a:extLst>
          </p:cNvPr>
          <p:cNvSpPr>
            <a:spLocks noGrp="1"/>
          </p:cNvSpPr>
          <p:nvPr/>
        </p:nvSpPr>
        <p:spPr>
          <a:xfrm>
            <a:off x="9404350" y="6471892"/>
            <a:ext cx="2347413" cy="369332"/>
          </a:xfrm>
          <a:prstGeom prst="rect">
            <a:avLst/>
          </a:prstGeom>
          <a:noFill/>
        </p:spPr>
        <p:txBody>
          <a:bodyPr wrap="square" lIns="0" rIns="0">
            <a:normAutofit/>
          </a:bodyPr>
          <a:lstStyle/>
          <a:p>
            <a:pPr algn="r">
              <a:buNone/>
            </a:pPr>
            <a:r>
              <a:rPr sz="1400">
                <a:solidFill>
                  <a:schemeClr val="bg1"/>
                </a:solidFill>
              </a:rPr>
              <a:t>www.swu.edu.cn</a:t>
            </a:r>
          </a:p>
        </p:txBody>
      </p:sp>
      <p:sp>
        <p:nvSpPr>
          <p:cNvPr id="54" name="等腰三角形 53">
            <a:extLst>
              <a:ext uri="{FF2B5EF4-FFF2-40B4-BE49-F238E27FC236}">
                <a16:creationId xmlns:a16="http://schemas.microsoft.com/office/drawing/2014/main" id="{5474DCF3-8C2B-40AD-9A75-FEFFDF514163}"/>
              </a:ext>
            </a:extLst>
          </p:cNvPr>
          <p:cNvSpPr>
            <a:spLocks noGrp="1"/>
          </p:cNvSpPr>
          <p:nvPr/>
        </p:nvSpPr>
        <p:spPr>
          <a:xfrm rot="5400000">
            <a:off x="517080" y="414159"/>
            <a:ext cx="346021" cy="298294"/>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5" name="等腰三角形 54">
            <a:extLst>
              <a:ext uri="{FF2B5EF4-FFF2-40B4-BE49-F238E27FC236}">
                <a16:creationId xmlns:a16="http://schemas.microsoft.com/office/drawing/2014/main" id="{16E7CCAC-F2D9-447A-82C7-A8C467FF099F}"/>
              </a:ext>
            </a:extLst>
          </p:cNvPr>
          <p:cNvSpPr>
            <a:spLocks noGrp="1"/>
          </p:cNvSpPr>
          <p:nvPr/>
        </p:nvSpPr>
        <p:spPr>
          <a:xfrm rot="5400000">
            <a:off x="696063" y="439993"/>
            <a:ext cx="286086" cy="246626"/>
          </a:xfrm>
          <a:prstGeom prs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9" name="图片占位符 3">
            <a:extLst>
              <a:ext uri="{FF2B5EF4-FFF2-40B4-BE49-F238E27FC236}">
                <a16:creationId xmlns:a16="http://schemas.microsoft.com/office/drawing/2014/main" id="{5ED4F9ED-1EBA-41FC-B798-954F0E92C1D5}"/>
              </a:ext>
            </a:extLst>
          </p:cNvPr>
          <p:cNvSpPr>
            <a:spLocks noGrp="1"/>
          </p:cNvSpPr>
          <p:nvPr>
            <p:ph type="pic" idx="11"/>
          </p:nvPr>
        </p:nvSpPr>
        <p:spPr>
          <a:xfrm>
            <a:off x="3732280" y="2197506"/>
            <a:ext cx="1826962" cy="1801671"/>
          </a:xfrm>
          <a:prstGeom prst="ellipse">
            <a:avLst/>
          </a:prstGeom>
        </p:spPr>
        <p:txBody>
          <a:bodyPr/>
          <a:lstStyle/>
          <a:p>
            <a:endParaRPr/>
          </a:p>
        </p:txBody>
      </p:sp>
      <p:sp>
        <p:nvSpPr>
          <p:cNvPr id="70" name="图片占位符 3">
            <a:extLst>
              <a:ext uri="{FF2B5EF4-FFF2-40B4-BE49-F238E27FC236}">
                <a16:creationId xmlns:a16="http://schemas.microsoft.com/office/drawing/2014/main" id="{89F52AE9-2C32-4460-9F80-F4A53287B199}"/>
              </a:ext>
            </a:extLst>
          </p:cNvPr>
          <p:cNvSpPr>
            <a:spLocks noGrp="1"/>
          </p:cNvSpPr>
          <p:nvPr>
            <p:ph type="pic" idx="12"/>
          </p:nvPr>
        </p:nvSpPr>
        <p:spPr>
          <a:xfrm>
            <a:off x="6601858" y="2197506"/>
            <a:ext cx="1826962" cy="1801671"/>
          </a:xfrm>
          <a:prstGeom prst="ellipse">
            <a:avLst/>
          </a:prstGeom>
        </p:spPr>
        <p:txBody>
          <a:bodyPr/>
          <a:lstStyle/>
          <a:p>
            <a:endParaRPr/>
          </a:p>
        </p:txBody>
      </p:sp>
      <p:sp>
        <p:nvSpPr>
          <p:cNvPr id="77" name="图片占位符 3">
            <a:extLst>
              <a:ext uri="{FF2B5EF4-FFF2-40B4-BE49-F238E27FC236}">
                <a16:creationId xmlns:a16="http://schemas.microsoft.com/office/drawing/2014/main" id="{C4A66AD1-B4FC-4158-89F5-C07E06B26BC3}"/>
              </a:ext>
            </a:extLst>
          </p:cNvPr>
          <p:cNvSpPr>
            <a:spLocks noGrp="1"/>
          </p:cNvSpPr>
          <p:nvPr>
            <p:ph type="pic" idx="13"/>
          </p:nvPr>
        </p:nvSpPr>
        <p:spPr>
          <a:xfrm>
            <a:off x="9471435" y="2197506"/>
            <a:ext cx="1826962" cy="1801671"/>
          </a:xfrm>
          <a:prstGeom prst="ellipse">
            <a:avLst/>
          </a:prstGeom>
        </p:spPr>
        <p:txBody>
          <a:bodyPr/>
          <a:lstStyle/>
          <a:p>
            <a:endParaRPr/>
          </a:p>
        </p:txBody>
      </p:sp>
      <p:pic>
        <p:nvPicPr>
          <p:cNvPr id="90" name="图片 55"/>
          <p:cNvPicPr>
            <a:picLocks noChangeAspect="1"/>
          </p:cNvPicPr>
          <p:nvPr/>
        </p:nvPicPr>
        <p:blipFill>
          <a:blip r:embed="rId2"/>
          <a:stretch>
            <a:fillRect/>
          </a:stretch>
        </p:blipFill>
        <p:spPr>
          <a:xfrm>
            <a:off x="9502105" y="1"/>
            <a:ext cx="2756569" cy="1162687"/>
          </a:xfrm>
          <a:prstGeom prst="rect">
            <a:avLst/>
          </a:prstGeom>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多图展示3">
    <p:spTree>
      <p:nvGrpSpPr>
        <p:cNvPr id="1" name=""/>
        <p:cNvGrpSpPr/>
        <p:nvPr/>
      </p:nvGrpSpPr>
      <p:grpSpPr>
        <a:xfrm>
          <a:off x="0" y="0"/>
          <a:ext cx="0" cy="0"/>
          <a:chOff x="0" y="0"/>
          <a:chExt cx="0" cy="0"/>
        </a:xfrm>
      </p:grpSpPr>
      <p:sp>
        <p:nvSpPr>
          <p:cNvPr id="5" name="图片占位符 4">
            <a:extLst>
              <a:ext uri="{FF2B5EF4-FFF2-40B4-BE49-F238E27FC236}">
                <a16:creationId xmlns:a16="http://schemas.microsoft.com/office/drawing/2014/main" id="{B5A61AA1-2CE3-42CD-8793-D99A217173F8}"/>
              </a:ext>
            </a:extLst>
          </p:cNvPr>
          <p:cNvSpPr>
            <a:spLocks noGrp="1"/>
          </p:cNvSpPr>
          <p:nvPr>
            <p:ph type="pic" idx="10"/>
          </p:nvPr>
        </p:nvSpPr>
        <p:spPr>
          <a:xfrm>
            <a:off x="4403725" y="1765300"/>
            <a:ext cx="2228850" cy="3117323"/>
          </a:xfrm>
        </p:spPr>
        <p:txBody>
          <a:bodyPr/>
          <a:lstStyle/>
          <a:p>
            <a:endParaRPr/>
          </a:p>
        </p:txBody>
      </p:sp>
      <p:sp>
        <p:nvSpPr>
          <p:cNvPr id="60" name="图片占位符 4">
            <a:extLst>
              <a:ext uri="{FF2B5EF4-FFF2-40B4-BE49-F238E27FC236}">
                <a16:creationId xmlns:a16="http://schemas.microsoft.com/office/drawing/2014/main" id="{FBE36E5F-2A3D-4C41-B93B-85A66BF3821A}"/>
              </a:ext>
            </a:extLst>
          </p:cNvPr>
          <p:cNvSpPr>
            <a:spLocks noGrp="1"/>
          </p:cNvSpPr>
          <p:nvPr>
            <p:ph type="pic" idx="11"/>
          </p:nvPr>
        </p:nvSpPr>
        <p:spPr>
          <a:xfrm>
            <a:off x="6747667" y="1765300"/>
            <a:ext cx="2252813" cy="3117323"/>
          </a:xfrm>
        </p:spPr>
        <p:txBody>
          <a:bodyPr/>
          <a:lstStyle/>
          <a:p>
            <a:endParaRPr/>
          </a:p>
        </p:txBody>
      </p:sp>
      <p:sp>
        <p:nvSpPr>
          <p:cNvPr id="61" name="图片占位符 4">
            <a:extLst>
              <a:ext uri="{FF2B5EF4-FFF2-40B4-BE49-F238E27FC236}">
                <a16:creationId xmlns:a16="http://schemas.microsoft.com/office/drawing/2014/main" id="{43C15BB7-D18F-4E30-B64B-418963A8F94E}"/>
              </a:ext>
            </a:extLst>
          </p:cNvPr>
          <p:cNvSpPr>
            <a:spLocks noGrp="1"/>
          </p:cNvSpPr>
          <p:nvPr>
            <p:ph type="pic" idx="12"/>
          </p:nvPr>
        </p:nvSpPr>
        <p:spPr>
          <a:xfrm>
            <a:off x="9115573" y="1765300"/>
            <a:ext cx="2252813" cy="3117323"/>
          </a:xfrm>
        </p:spPr>
        <p:txBody>
          <a:bodyPr/>
          <a:lstStyle/>
          <a:p>
            <a:endParaRPr/>
          </a:p>
        </p:txBody>
      </p:sp>
      <p:sp>
        <p:nvSpPr>
          <p:cNvPr id="52" name="矩形 51">
            <a:extLst>
              <a:ext uri="{FF2B5EF4-FFF2-40B4-BE49-F238E27FC236}">
                <a16:creationId xmlns:a16="http://schemas.microsoft.com/office/drawing/2014/main" id="{96369234-BBF8-41C4-B0CB-A104F727A070}"/>
              </a:ext>
            </a:extLst>
          </p:cNvPr>
          <p:cNvSpPr>
            <a:spLocks noGrp="1"/>
          </p:cNvSpPr>
          <p:nvPr/>
        </p:nvSpPr>
        <p:spPr>
          <a:xfrm>
            <a:off x="0" y="6421120"/>
            <a:ext cx="12192000" cy="436880"/>
          </a:xfrm>
          <a:prstGeom prst="rect">
            <a:avLst/>
          </a:prstGeom>
          <a:solidFill>
            <a:srgbClr val="1D29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 name="标题 1">
            <a:extLst>
              <a:ext uri="{FF2B5EF4-FFF2-40B4-BE49-F238E27FC236}">
                <a16:creationId xmlns:a16="http://schemas.microsoft.com/office/drawing/2014/main" id="{3EC44AFB-4307-41BB-95AE-911322323DC0}"/>
              </a:ext>
            </a:extLst>
          </p:cNvPr>
          <p:cNvSpPr>
            <a:spLocks noGrp="1"/>
          </p:cNvSpPr>
          <p:nvPr>
            <p:ph type="title" hasCustomPrompt="1"/>
          </p:nvPr>
        </p:nvSpPr>
        <p:spPr>
          <a:xfrm>
            <a:off x="1060450" y="323240"/>
            <a:ext cx="7890690" cy="480131"/>
          </a:xfrm>
          <a:prstGeom prst="rect">
            <a:avLst/>
          </a:prstGeom>
          <a:noFill/>
        </p:spPr>
        <p:txBody>
          <a:bodyPr wrap="square" lIns="0">
            <a:spAutoFit/>
          </a:bodyPr>
          <a:lstStyle>
            <a:lvl1pPr>
              <a:buNone/>
              <a:defRPr sz="2800" b="1">
                <a:solidFill>
                  <a:srgbClr val="1D2974"/>
                </a:solidFill>
                <a:latin typeface="+mj-ea"/>
                <a:ea typeface="+mj-ea"/>
                <a:cs typeface="+mj-ea"/>
              </a:defRPr>
            </a:lvl1pPr>
          </a:lstStyle>
          <a:p>
            <a:r>
              <a:rPr sz="2800" b="1">
                <a:solidFill>
                  <a:srgbClr val="1D2974"/>
                </a:solidFill>
                <a:latin typeface="+mj-ea"/>
                <a:ea typeface="+mj-ea"/>
                <a:cs typeface="+mj-ea"/>
              </a:rPr>
              <a:t>请输入你的标题或观点</a:t>
            </a:r>
          </a:p>
        </p:txBody>
      </p:sp>
      <p:sp>
        <p:nvSpPr>
          <p:cNvPr id="7" name="直接连接符 6">
            <a:extLst>
              <a:ext uri="{FF2B5EF4-FFF2-40B4-BE49-F238E27FC236}">
                <a16:creationId xmlns:a16="http://schemas.microsoft.com/office/drawing/2014/main" id="{F7FA582A-C1DB-4B63-B164-F9A928883FF5}"/>
              </a:ext>
            </a:extLst>
          </p:cNvPr>
          <p:cNvSpPr>
            <a:spLocks noGrp="1"/>
          </p:cNvSpPr>
          <p:nvPr/>
        </p:nvSpPr>
        <p:spPr>
          <a:xfrm>
            <a:off x="506307" y="80385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50" name="文本框 49">
            <a:extLst>
              <a:ext uri="{FF2B5EF4-FFF2-40B4-BE49-F238E27FC236}">
                <a16:creationId xmlns:a16="http://schemas.microsoft.com/office/drawing/2014/main" id="{BB943CBF-382E-4D8B-9BAE-725FA775E648}"/>
              </a:ext>
            </a:extLst>
          </p:cNvPr>
          <p:cNvSpPr>
            <a:spLocks noGrp="1"/>
          </p:cNvSpPr>
          <p:nvPr/>
        </p:nvSpPr>
        <p:spPr>
          <a:xfrm>
            <a:off x="495300" y="6471892"/>
            <a:ext cx="2120900" cy="369332"/>
          </a:xfrm>
          <a:prstGeom prst="rect">
            <a:avLst/>
          </a:prstGeom>
          <a:noFill/>
        </p:spPr>
        <p:txBody>
          <a:bodyPr wrap="square" lIns="0">
            <a:normAutofit/>
          </a:bodyPr>
          <a:lstStyle/>
          <a:p>
            <a:r>
              <a:rPr sz="1400">
                <a:solidFill>
                  <a:schemeClr val="bg1"/>
                </a:solidFill>
              </a:rPr>
              <a:t>含弘光大  继往开来</a:t>
            </a:r>
          </a:p>
        </p:txBody>
      </p:sp>
      <p:sp>
        <p:nvSpPr>
          <p:cNvPr id="51" name="文本框 50">
            <a:extLst>
              <a:ext uri="{FF2B5EF4-FFF2-40B4-BE49-F238E27FC236}">
                <a16:creationId xmlns:a16="http://schemas.microsoft.com/office/drawing/2014/main" id="{AF16A146-CA07-4D18-8CB1-301DD48B39CA}"/>
              </a:ext>
            </a:extLst>
          </p:cNvPr>
          <p:cNvSpPr>
            <a:spLocks noGrp="1"/>
          </p:cNvSpPr>
          <p:nvPr/>
        </p:nvSpPr>
        <p:spPr>
          <a:xfrm>
            <a:off x="9404350" y="6471892"/>
            <a:ext cx="2347413" cy="369332"/>
          </a:xfrm>
          <a:prstGeom prst="rect">
            <a:avLst/>
          </a:prstGeom>
          <a:noFill/>
        </p:spPr>
        <p:txBody>
          <a:bodyPr wrap="square" lIns="0" rIns="0">
            <a:normAutofit/>
          </a:bodyPr>
          <a:lstStyle/>
          <a:p>
            <a:pPr algn="r">
              <a:buNone/>
            </a:pPr>
            <a:r>
              <a:rPr sz="1400">
                <a:solidFill>
                  <a:schemeClr val="bg1"/>
                </a:solidFill>
              </a:rPr>
              <a:t>www.swu.edu.cn</a:t>
            </a:r>
          </a:p>
        </p:txBody>
      </p:sp>
      <p:sp>
        <p:nvSpPr>
          <p:cNvPr id="54" name="等腰三角形 53">
            <a:extLst>
              <a:ext uri="{FF2B5EF4-FFF2-40B4-BE49-F238E27FC236}">
                <a16:creationId xmlns:a16="http://schemas.microsoft.com/office/drawing/2014/main" id="{C2DC92BE-DBA8-4CEC-9109-E663CC15975A}"/>
              </a:ext>
            </a:extLst>
          </p:cNvPr>
          <p:cNvSpPr>
            <a:spLocks noGrp="1"/>
          </p:cNvSpPr>
          <p:nvPr/>
        </p:nvSpPr>
        <p:spPr>
          <a:xfrm rot="5400000">
            <a:off x="517080" y="414159"/>
            <a:ext cx="346021" cy="298294"/>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5" name="等腰三角形 54">
            <a:extLst>
              <a:ext uri="{FF2B5EF4-FFF2-40B4-BE49-F238E27FC236}">
                <a16:creationId xmlns:a16="http://schemas.microsoft.com/office/drawing/2014/main" id="{9D74F743-5319-441B-9BF8-DD7A66E1D08B}"/>
              </a:ext>
            </a:extLst>
          </p:cNvPr>
          <p:cNvSpPr>
            <a:spLocks noGrp="1"/>
          </p:cNvSpPr>
          <p:nvPr/>
        </p:nvSpPr>
        <p:spPr>
          <a:xfrm rot="5400000">
            <a:off x="696063" y="439993"/>
            <a:ext cx="286086" cy="246626"/>
          </a:xfrm>
          <a:prstGeom prs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73" name="图片 55"/>
          <p:cNvPicPr>
            <a:picLocks noChangeAspect="1"/>
          </p:cNvPicPr>
          <p:nvPr/>
        </p:nvPicPr>
        <p:blipFill>
          <a:blip r:embed="rId2"/>
          <a:stretch>
            <a:fillRect/>
          </a:stretch>
        </p:blipFill>
        <p:spPr>
          <a:xfrm>
            <a:off x="9502105" y="1"/>
            <a:ext cx="2756569" cy="1162687"/>
          </a:xfrm>
          <a:prstGeom prst="rect">
            <a:avLst/>
          </a:prstGeom>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MOCKUP1">
    <p:spTree>
      <p:nvGrpSpPr>
        <p:cNvPr id="1" name=""/>
        <p:cNvGrpSpPr/>
        <p:nvPr/>
      </p:nvGrpSpPr>
      <p:grpSpPr>
        <a:xfrm>
          <a:off x="0" y="0"/>
          <a:ext cx="0" cy="0"/>
          <a:chOff x="0" y="0"/>
          <a:chExt cx="0" cy="0"/>
        </a:xfrm>
      </p:grpSpPr>
      <p:sp>
        <p:nvSpPr>
          <p:cNvPr id="4" name="图片占位符 3">
            <a:extLst>
              <a:ext uri="{FF2B5EF4-FFF2-40B4-BE49-F238E27FC236}">
                <a16:creationId xmlns:a16="http://schemas.microsoft.com/office/drawing/2014/main" id="{1B14F70D-0E6E-4536-961C-4CC0B2B86C71}"/>
              </a:ext>
            </a:extLst>
          </p:cNvPr>
          <p:cNvSpPr>
            <a:spLocks noGrp="1"/>
          </p:cNvSpPr>
          <p:nvPr>
            <p:ph type="pic" idx="10"/>
          </p:nvPr>
        </p:nvSpPr>
        <p:spPr>
          <a:xfrm>
            <a:off x="4962525" y="1276777"/>
            <a:ext cx="2260572" cy="4717620"/>
          </a:xfrm>
          <a:prstGeom prst="roundRect">
            <a:avLst>
              <a:gd name="adj" fmla="val 10617"/>
            </a:avLst>
          </a:prstGeom>
        </p:spPr>
        <p:txBody>
          <a:bodyPr/>
          <a:lstStyle/>
          <a:p>
            <a:endParaRPr/>
          </a:p>
        </p:txBody>
      </p:sp>
      <p:sp>
        <p:nvSpPr>
          <p:cNvPr id="2" name="标题 1">
            <a:extLst>
              <a:ext uri="{FF2B5EF4-FFF2-40B4-BE49-F238E27FC236}">
                <a16:creationId xmlns:a16="http://schemas.microsoft.com/office/drawing/2014/main" id="{5ABC42E4-665B-4115-9ED9-D3AA0BEFE6BE}"/>
              </a:ext>
            </a:extLst>
          </p:cNvPr>
          <p:cNvSpPr>
            <a:spLocks noGrp="1"/>
          </p:cNvSpPr>
          <p:nvPr>
            <p:ph type="title" hasCustomPrompt="1"/>
          </p:nvPr>
        </p:nvSpPr>
        <p:spPr>
          <a:xfrm>
            <a:off x="1057274" y="323240"/>
            <a:ext cx="7893865" cy="480131"/>
          </a:xfrm>
          <a:prstGeom prst="rect">
            <a:avLst/>
          </a:prstGeom>
          <a:noFill/>
        </p:spPr>
        <p:txBody>
          <a:bodyPr wrap="square" lIns="0">
            <a:spAutoFit/>
          </a:bodyPr>
          <a:lstStyle>
            <a:lvl1pPr>
              <a:buNone/>
              <a:defRPr sz="2800" b="1">
                <a:solidFill>
                  <a:srgbClr val="1D2974"/>
                </a:solidFill>
                <a:latin typeface="+mj-ea"/>
                <a:ea typeface="+mj-ea"/>
                <a:cs typeface="+mj-ea"/>
              </a:defRPr>
            </a:lvl1pPr>
          </a:lstStyle>
          <a:p>
            <a:r>
              <a:rPr sz="2800" b="1">
                <a:solidFill>
                  <a:srgbClr val="1D2974"/>
                </a:solidFill>
                <a:latin typeface="+mj-ea"/>
                <a:ea typeface="+mj-ea"/>
                <a:cs typeface="+mj-ea"/>
              </a:rPr>
              <a:t>请输入你的标题或观点</a:t>
            </a:r>
          </a:p>
        </p:txBody>
      </p:sp>
      <p:sp>
        <p:nvSpPr>
          <p:cNvPr id="7" name="直接连接符 6">
            <a:extLst>
              <a:ext uri="{FF2B5EF4-FFF2-40B4-BE49-F238E27FC236}">
                <a16:creationId xmlns:a16="http://schemas.microsoft.com/office/drawing/2014/main" id="{CFEA2298-E276-4BAF-B8B8-A1C6EC286020}"/>
              </a:ext>
            </a:extLst>
          </p:cNvPr>
          <p:cNvSpPr>
            <a:spLocks noGrp="1"/>
          </p:cNvSpPr>
          <p:nvPr/>
        </p:nvSpPr>
        <p:spPr>
          <a:xfrm>
            <a:off x="506307" y="80385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8" name="直接连接符 7">
            <a:extLst>
              <a:ext uri="{FF2B5EF4-FFF2-40B4-BE49-F238E27FC236}">
                <a16:creationId xmlns:a16="http://schemas.microsoft.com/office/drawing/2014/main" id="{E5E30F6E-A83B-4799-B8E3-9F210E0C54A2}"/>
              </a:ext>
            </a:extLst>
          </p:cNvPr>
          <p:cNvSpPr>
            <a:spLocks noGrp="1"/>
          </p:cNvSpPr>
          <p:nvPr/>
        </p:nvSpPr>
        <p:spPr>
          <a:xfrm>
            <a:off x="495300" y="638050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50" name="文本框 49">
            <a:extLst>
              <a:ext uri="{FF2B5EF4-FFF2-40B4-BE49-F238E27FC236}">
                <a16:creationId xmlns:a16="http://schemas.microsoft.com/office/drawing/2014/main" id="{93E8B099-0E09-4291-AAAA-AA8CE3DC1BB1}"/>
              </a:ext>
            </a:extLst>
          </p:cNvPr>
          <p:cNvSpPr>
            <a:spLocks noGrp="1"/>
          </p:cNvSpPr>
          <p:nvPr/>
        </p:nvSpPr>
        <p:spPr>
          <a:xfrm>
            <a:off x="495300" y="6426922"/>
            <a:ext cx="2120900" cy="369332"/>
          </a:xfrm>
          <a:prstGeom prst="rect">
            <a:avLst/>
          </a:prstGeom>
          <a:noFill/>
        </p:spPr>
        <p:txBody>
          <a:bodyPr wrap="square" lIns="0">
            <a:normAutofit/>
          </a:bodyPr>
          <a:lstStyle/>
          <a:p>
            <a:r>
              <a:rPr sz="1400">
                <a:solidFill>
                  <a:schemeClr val="accent1">
                    <a:lumMod val="60000"/>
                    <a:lumOff val="40000"/>
                  </a:schemeClr>
                </a:solidFill>
              </a:rPr>
              <a:t>含弘光大  继往开来</a:t>
            </a:r>
          </a:p>
        </p:txBody>
      </p:sp>
      <p:sp>
        <p:nvSpPr>
          <p:cNvPr id="51" name="文本框 50">
            <a:extLst>
              <a:ext uri="{FF2B5EF4-FFF2-40B4-BE49-F238E27FC236}">
                <a16:creationId xmlns:a16="http://schemas.microsoft.com/office/drawing/2014/main" id="{C479A640-22C3-4779-BC49-E55C22190FA3}"/>
              </a:ext>
            </a:extLst>
          </p:cNvPr>
          <p:cNvSpPr>
            <a:spLocks noGrp="1"/>
          </p:cNvSpPr>
          <p:nvPr/>
        </p:nvSpPr>
        <p:spPr>
          <a:xfrm>
            <a:off x="9404350" y="6426922"/>
            <a:ext cx="2347413" cy="369332"/>
          </a:xfrm>
          <a:prstGeom prst="rect">
            <a:avLst/>
          </a:prstGeom>
          <a:noFill/>
        </p:spPr>
        <p:txBody>
          <a:bodyPr wrap="square" lIns="0" rIns="0">
            <a:normAutofit/>
          </a:bodyPr>
          <a:lstStyle/>
          <a:p>
            <a:pPr algn="r">
              <a:buNone/>
            </a:pPr>
            <a:r>
              <a:rPr sz="1400">
                <a:solidFill>
                  <a:schemeClr val="accent1">
                    <a:lumMod val="60000"/>
                    <a:lumOff val="40000"/>
                  </a:schemeClr>
                </a:solidFill>
              </a:rPr>
              <a:t>www.swu.edu.cn</a:t>
            </a:r>
          </a:p>
        </p:txBody>
      </p:sp>
      <p:sp>
        <p:nvSpPr>
          <p:cNvPr id="52" name="等腰三角形 51">
            <a:extLst>
              <a:ext uri="{FF2B5EF4-FFF2-40B4-BE49-F238E27FC236}">
                <a16:creationId xmlns:a16="http://schemas.microsoft.com/office/drawing/2014/main" id="{37FA8D2E-3978-4CBD-9CC8-C7AF1E0A8C5D}"/>
              </a:ext>
            </a:extLst>
          </p:cNvPr>
          <p:cNvSpPr>
            <a:spLocks noGrp="1"/>
          </p:cNvSpPr>
          <p:nvPr/>
        </p:nvSpPr>
        <p:spPr>
          <a:xfrm rot="5400000">
            <a:off x="517080" y="414159"/>
            <a:ext cx="346021" cy="298294"/>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3" name="等腰三角形 52">
            <a:extLst>
              <a:ext uri="{FF2B5EF4-FFF2-40B4-BE49-F238E27FC236}">
                <a16:creationId xmlns:a16="http://schemas.microsoft.com/office/drawing/2014/main" id="{9157E372-E452-4090-8CFA-D5755D4F4A62}"/>
              </a:ext>
            </a:extLst>
          </p:cNvPr>
          <p:cNvSpPr>
            <a:spLocks noGrp="1"/>
          </p:cNvSpPr>
          <p:nvPr/>
        </p:nvSpPr>
        <p:spPr>
          <a:xfrm rot="5400000">
            <a:off x="696063" y="439993"/>
            <a:ext cx="286086" cy="246626"/>
          </a:xfrm>
          <a:prstGeom prs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63" name="图片 53"/>
          <p:cNvPicPr>
            <a:picLocks noChangeAspect="1"/>
          </p:cNvPicPr>
          <p:nvPr/>
        </p:nvPicPr>
        <p:blipFill>
          <a:blip r:embed="rId2"/>
          <a:stretch>
            <a:fillRect/>
          </a:stretch>
        </p:blipFill>
        <p:spPr>
          <a:xfrm>
            <a:off x="9502105" y="1"/>
            <a:ext cx="2756569" cy="1162687"/>
          </a:xfrm>
          <a:prstGeom prst="rect">
            <a:avLst/>
          </a:prstGeom>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MOCKUP2">
    <p:spTree>
      <p:nvGrpSpPr>
        <p:cNvPr id="1" name=""/>
        <p:cNvGrpSpPr/>
        <p:nvPr/>
      </p:nvGrpSpPr>
      <p:grpSpPr>
        <a:xfrm>
          <a:off x="0" y="0"/>
          <a:ext cx="0" cy="0"/>
          <a:chOff x="0" y="0"/>
          <a:chExt cx="0" cy="0"/>
        </a:xfrm>
      </p:grpSpPr>
      <p:sp>
        <p:nvSpPr>
          <p:cNvPr id="5" name="图片占位符 4">
            <a:extLst>
              <a:ext uri="{FF2B5EF4-FFF2-40B4-BE49-F238E27FC236}">
                <a16:creationId xmlns:a16="http://schemas.microsoft.com/office/drawing/2014/main" id="{91E3C1E6-1172-400F-BB25-3E120EA99231}"/>
              </a:ext>
            </a:extLst>
          </p:cNvPr>
          <p:cNvSpPr>
            <a:spLocks noGrp="1"/>
          </p:cNvSpPr>
          <p:nvPr>
            <p:ph type="pic" idx="10"/>
          </p:nvPr>
        </p:nvSpPr>
        <p:spPr>
          <a:xfrm>
            <a:off x="4004961" y="2119313"/>
            <a:ext cx="4241427" cy="2684462"/>
          </a:xfrm>
        </p:spPr>
        <p:txBody>
          <a:bodyPr/>
          <a:lstStyle/>
          <a:p>
            <a:endParaRPr/>
          </a:p>
        </p:txBody>
      </p:sp>
      <p:sp>
        <p:nvSpPr>
          <p:cNvPr id="2" name="标题 1">
            <a:extLst>
              <a:ext uri="{FF2B5EF4-FFF2-40B4-BE49-F238E27FC236}">
                <a16:creationId xmlns:a16="http://schemas.microsoft.com/office/drawing/2014/main" id="{64474F18-746C-4E0C-801D-D7003535C61A}"/>
              </a:ext>
            </a:extLst>
          </p:cNvPr>
          <p:cNvSpPr>
            <a:spLocks noGrp="1"/>
          </p:cNvSpPr>
          <p:nvPr>
            <p:ph type="title" hasCustomPrompt="1"/>
          </p:nvPr>
        </p:nvSpPr>
        <p:spPr>
          <a:xfrm>
            <a:off x="1057274" y="323240"/>
            <a:ext cx="7893865" cy="480131"/>
          </a:xfrm>
          <a:prstGeom prst="rect">
            <a:avLst/>
          </a:prstGeom>
          <a:noFill/>
        </p:spPr>
        <p:txBody>
          <a:bodyPr wrap="square" lIns="0">
            <a:spAutoFit/>
          </a:bodyPr>
          <a:lstStyle>
            <a:lvl1pPr>
              <a:buNone/>
              <a:defRPr sz="2800" b="1">
                <a:solidFill>
                  <a:srgbClr val="1D2974"/>
                </a:solidFill>
                <a:latin typeface="+mj-ea"/>
                <a:ea typeface="+mj-ea"/>
                <a:cs typeface="+mj-ea"/>
              </a:defRPr>
            </a:lvl1pPr>
          </a:lstStyle>
          <a:p>
            <a:r>
              <a:rPr sz="2800" b="1">
                <a:solidFill>
                  <a:srgbClr val="1D2974"/>
                </a:solidFill>
                <a:latin typeface="+mj-ea"/>
                <a:ea typeface="+mj-ea"/>
                <a:cs typeface="+mj-ea"/>
              </a:rPr>
              <a:t>请输入你的标题或观点</a:t>
            </a:r>
          </a:p>
        </p:txBody>
      </p:sp>
      <p:sp>
        <p:nvSpPr>
          <p:cNvPr id="7" name="直接连接符 6">
            <a:extLst>
              <a:ext uri="{FF2B5EF4-FFF2-40B4-BE49-F238E27FC236}">
                <a16:creationId xmlns:a16="http://schemas.microsoft.com/office/drawing/2014/main" id="{C9E33129-FCB2-4E28-9C24-4D4AABAA8F2B}"/>
              </a:ext>
            </a:extLst>
          </p:cNvPr>
          <p:cNvSpPr>
            <a:spLocks noGrp="1"/>
          </p:cNvSpPr>
          <p:nvPr/>
        </p:nvSpPr>
        <p:spPr>
          <a:xfrm>
            <a:off x="506307" y="80385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8" name="直接连接符 7">
            <a:extLst>
              <a:ext uri="{FF2B5EF4-FFF2-40B4-BE49-F238E27FC236}">
                <a16:creationId xmlns:a16="http://schemas.microsoft.com/office/drawing/2014/main" id="{AB0FD7B0-832A-41B9-B57B-50BC5F4DFE2E}"/>
              </a:ext>
            </a:extLst>
          </p:cNvPr>
          <p:cNvSpPr>
            <a:spLocks noGrp="1"/>
          </p:cNvSpPr>
          <p:nvPr/>
        </p:nvSpPr>
        <p:spPr>
          <a:xfrm>
            <a:off x="495300" y="638050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50" name="文本框 49">
            <a:extLst>
              <a:ext uri="{FF2B5EF4-FFF2-40B4-BE49-F238E27FC236}">
                <a16:creationId xmlns:a16="http://schemas.microsoft.com/office/drawing/2014/main" id="{A424A397-575E-48D0-ABB5-CF3F98CA0371}"/>
              </a:ext>
            </a:extLst>
          </p:cNvPr>
          <p:cNvSpPr>
            <a:spLocks noGrp="1"/>
          </p:cNvSpPr>
          <p:nvPr/>
        </p:nvSpPr>
        <p:spPr>
          <a:xfrm>
            <a:off x="495300" y="6426922"/>
            <a:ext cx="2120900" cy="369332"/>
          </a:xfrm>
          <a:prstGeom prst="rect">
            <a:avLst/>
          </a:prstGeom>
          <a:noFill/>
        </p:spPr>
        <p:txBody>
          <a:bodyPr wrap="square" lIns="0">
            <a:normAutofit/>
          </a:bodyPr>
          <a:lstStyle/>
          <a:p>
            <a:r>
              <a:rPr sz="1400">
                <a:solidFill>
                  <a:schemeClr val="accent1">
                    <a:lumMod val="60000"/>
                    <a:lumOff val="40000"/>
                  </a:schemeClr>
                </a:solidFill>
              </a:rPr>
              <a:t>含弘光大  继往开来</a:t>
            </a:r>
          </a:p>
        </p:txBody>
      </p:sp>
      <p:sp>
        <p:nvSpPr>
          <p:cNvPr id="51" name="文本框 50">
            <a:extLst>
              <a:ext uri="{FF2B5EF4-FFF2-40B4-BE49-F238E27FC236}">
                <a16:creationId xmlns:a16="http://schemas.microsoft.com/office/drawing/2014/main" id="{126B59C4-A715-43E5-A993-3A6C74D43983}"/>
              </a:ext>
            </a:extLst>
          </p:cNvPr>
          <p:cNvSpPr>
            <a:spLocks noGrp="1"/>
          </p:cNvSpPr>
          <p:nvPr/>
        </p:nvSpPr>
        <p:spPr>
          <a:xfrm>
            <a:off x="9404350" y="6426922"/>
            <a:ext cx="2347413" cy="369332"/>
          </a:xfrm>
          <a:prstGeom prst="rect">
            <a:avLst/>
          </a:prstGeom>
          <a:noFill/>
        </p:spPr>
        <p:txBody>
          <a:bodyPr wrap="square" lIns="0" rIns="0">
            <a:normAutofit/>
          </a:bodyPr>
          <a:lstStyle/>
          <a:p>
            <a:pPr algn="r">
              <a:buNone/>
            </a:pPr>
            <a:r>
              <a:rPr sz="1400">
                <a:solidFill>
                  <a:schemeClr val="accent1">
                    <a:lumMod val="60000"/>
                    <a:lumOff val="40000"/>
                  </a:schemeClr>
                </a:solidFill>
              </a:rPr>
              <a:t>www.swu.edu.cn</a:t>
            </a:r>
          </a:p>
        </p:txBody>
      </p:sp>
      <p:sp>
        <p:nvSpPr>
          <p:cNvPr id="52" name="等腰三角形 51">
            <a:extLst>
              <a:ext uri="{FF2B5EF4-FFF2-40B4-BE49-F238E27FC236}">
                <a16:creationId xmlns:a16="http://schemas.microsoft.com/office/drawing/2014/main" id="{CDB72183-8EDD-4B71-AC4A-B4977BBF09A1}"/>
              </a:ext>
            </a:extLst>
          </p:cNvPr>
          <p:cNvSpPr>
            <a:spLocks noGrp="1"/>
          </p:cNvSpPr>
          <p:nvPr/>
        </p:nvSpPr>
        <p:spPr>
          <a:xfrm rot="5400000">
            <a:off x="517080" y="414159"/>
            <a:ext cx="346021" cy="298294"/>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3" name="等腰三角形 52">
            <a:extLst>
              <a:ext uri="{FF2B5EF4-FFF2-40B4-BE49-F238E27FC236}">
                <a16:creationId xmlns:a16="http://schemas.microsoft.com/office/drawing/2014/main" id="{BD415F6E-626C-4070-980A-29269B8A972B}"/>
              </a:ext>
            </a:extLst>
          </p:cNvPr>
          <p:cNvSpPr>
            <a:spLocks noGrp="1"/>
          </p:cNvSpPr>
          <p:nvPr/>
        </p:nvSpPr>
        <p:spPr>
          <a:xfrm rot="5400000">
            <a:off x="696063" y="439993"/>
            <a:ext cx="286086" cy="246626"/>
          </a:xfrm>
          <a:prstGeom prs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63" name="图片 53"/>
          <p:cNvPicPr>
            <a:picLocks noChangeAspect="1"/>
          </p:cNvPicPr>
          <p:nvPr/>
        </p:nvPicPr>
        <p:blipFill>
          <a:blip r:embed="rId2"/>
          <a:stretch>
            <a:fillRect/>
          </a:stretch>
        </p:blipFill>
        <p:spPr>
          <a:xfrm>
            <a:off x="9502105" y="1"/>
            <a:ext cx="2756569" cy="1162687"/>
          </a:xfrm>
          <a:prstGeom prst="rect">
            <a:avLst/>
          </a:prstGeom>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MOCKUP3">
    <p:spTree>
      <p:nvGrpSpPr>
        <p:cNvPr id="1" name=""/>
        <p:cNvGrpSpPr/>
        <p:nvPr/>
      </p:nvGrpSpPr>
      <p:grpSpPr>
        <a:xfrm>
          <a:off x="0" y="0"/>
          <a:ext cx="0" cy="0"/>
          <a:chOff x="0" y="0"/>
          <a:chExt cx="0" cy="0"/>
        </a:xfrm>
      </p:grpSpPr>
      <p:sp>
        <p:nvSpPr>
          <p:cNvPr id="4" name="图片占位符 3">
            <a:extLst>
              <a:ext uri="{FF2B5EF4-FFF2-40B4-BE49-F238E27FC236}">
                <a16:creationId xmlns:a16="http://schemas.microsoft.com/office/drawing/2014/main" id="{C3F07C7F-6BBD-4543-986C-C1E9B2DBEB8D}"/>
              </a:ext>
            </a:extLst>
          </p:cNvPr>
          <p:cNvSpPr>
            <a:spLocks noGrp="1"/>
          </p:cNvSpPr>
          <p:nvPr>
            <p:ph type="pic" idx="10"/>
          </p:nvPr>
        </p:nvSpPr>
        <p:spPr>
          <a:xfrm>
            <a:off x="5715952" y="1751014"/>
            <a:ext cx="4975753" cy="2926640"/>
          </a:xfrm>
        </p:spPr>
        <p:txBody>
          <a:bodyPr/>
          <a:lstStyle/>
          <a:p>
            <a:endParaRPr/>
          </a:p>
        </p:txBody>
      </p:sp>
      <p:sp>
        <p:nvSpPr>
          <p:cNvPr id="57" name="图片占位符 3">
            <a:extLst>
              <a:ext uri="{FF2B5EF4-FFF2-40B4-BE49-F238E27FC236}">
                <a16:creationId xmlns:a16="http://schemas.microsoft.com/office/drawing/2014/main" id="{9C1DDC56-8C2D-4D70-B903-3E3BF6048B62}"/>
              </a:ext>
            </a:extLst>
          </p:cNvPr>
          <p:cNvSpPr>
            <a:spLocks noGrp="1"/>
          </p:cNvSpPr>
          <p:nvPr>
            <p:ph type="pic" idx="11"/>
          </p:nvPr>
        </p:nvSpPr>
        <p:spPr>
          <a:xfrm>
            <a:off x="9593580" y="3253729"/>
            <a:ext cx="1743260" cy="2371088"/>
          </a:xfrm>
        </p:spPr>
        <p:txBody>
          <a:bodyPr/>
          <a:lstStyle/>
          <a:p>
            <a:endParaRPr/>
          </a:p>
        </p:txBody>
      </p:sp>
      <p:sp>
        <p:nvSpPr>
          <p:cNvPr id="2" name="标题 1">
            <a:extLst>
              <a:ext uri="{FF2B5EF4-FFF2-40B4-BE49-F238E27FC236}">
                <a16:creationId xmlns:a16="http://schemas.microsoft.com/office/drawing/2014/main" id="{F5E0A21C-F21F-40EA-8A2F-EF3F9C14314A}"/>
              </a:ext>
            </a:extLst>
          </p:cNvPr>
          <p:cNvSpPr>
            <a:spLocks noGrp="1"/>
          </p:cNvSpPr>
          <p:nvPr>
            <p:ph type="title" hasCustomPrompt="1"/>
          </p:nvPr>
        </p:nvSpPr>
        <p:spPr>
          <a:xfrm>
            <a:off x="1057274" y="323240"/>
            <a:ext cx="7893865" cy="480131"/>
          </a:xfrm>
          <a:prstGeom prst="rect">
            <a:avLst/>
          </a:prstGeom>
          <a:noFill/>
        </p:spPr>
        <p:txBody>
          <a:bodyPr wrap="square" lIns="0">
            <a:spAutoFit/>
          </a:bodyPr>
          <a:lstStyle>
            <a:lvl1pPr>
              <a:buNone/>
              <a:defRPr sz="2800" b="1">
                <a:solidFill>
                  <a:srgbClr val="1D2974"/>
                </a:solidFill>
                <a:latin typeface="+mj-ea"/>
                <a:ea typeface="+mj-ea"/>
                <a:cs typeface="+mj-ea"/>
              </a:defRPr>
            </a:lvl1pPr>
          </a:lstStyle>
          <a:p>
            <a:r>
              <a:rPr sz="2800" b="1">
                <a:solidFill>
                  <a:srgbClr val="1D2974"/>
                </a:solidFill>
                <a:latin typeface="+mj-ea"/>
                <a:ea typeface="+mj-ea"/>
                <a:cs typeface="+mj-ea"/>
              </a:rPr>
              <a:t>请输入你的标题或观点</a:t>
            </a:r>
          </a:p>
        </p:txBody>
      </p:sp>
      <p:sp>
        <p:nvSpPr>
          <p:cNvPr id="7" name="直接连接符 6">
            <a:extLst>
              <a:ext uri="{FF2B5EF4-FFF2-40B4-BE49-F238E27FC236}">
                <a16:creationId xmlns:a16="http://schemas.microsoft.com/office/drawing/2014/main" id="{4E247BAC-AC55-46C8-A101-342EB68EC28D}"/>
              </a:ext>
            </a:extLst>
          </p:cNvPr>
          <p:cNvSpPr>
            <a:spLocks noGrp="1"/>
          </p:cNvSpPr>
          <p:nvPr/>
        </p:nvSpPr>
        <p:spPr>
          <a:xfrm>
            <a:off x="506307" y="80385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8" name="直接连接符 7">
            <a:extLst>
              <a:ext uri="{FF2B5EF4-FFF2-40B4-BE49-F238E27FC236}">
                <a16:creationId xmlns:a16="http://schemas.microsoft.com/office/drawing/2014/main" id="{E8167D12-32D2-405A-B06A-18727C43EEA3}"/>
              </a:ext>
            </a:extLst>
          </p:cNvPr>
          <p:cNvSpPr>
            <a:spLocks noGrp="1"/>
          </p:cNvSpPr>
          <p:nvPr/>
        </p:nvSpPr>
        <p:spPr>
          <a:xfrm>
            <a:off x="495300" y="6380500"/>
            <a:ext cx="112014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50" name="文本框 49">
            <a:extLst>
              <a:ext uri="{FF2B5EF4-FFF2-40B4-BE49-F238E27FC236}">
                <a16:creationId xmlns:a16="http://schemas.microsoft.com/office/drawing/2014/main" id="{7B839FFB-96AA-4535-8937-F839C9861119}"/>
              </a:ext>
            </a:extLst>
          </p:cNvPr>
          <p:cNvSpPr>
            <a:spLocks noGrp="1"/>
          </p:cNvSpPr>
          <p:nvPr/>
        </p:nvSpPr>
        <p:spPr>
          <a:xfrm>
            <a:off x="495300" y="6426922"/>
            <a:ext cx="2120900" cy="369332"/>
          </a:xfrm>
          <a:prstGeom prst="rect">
            <a:avLst/>
          </a:prstGeom>
          <a:noFill/>
        </p:spPr>
        <p:txBody>
          <a:bodyPr wrap="square" lIns="0">
            <a:normAutofit/>
          </a:bodyPr>
          <a:lstStyle/>
          <a:p>
            <a:r>
              <a:rPr sz="1400">
                <a:solidFill>
                  <a:schemeClr val="accent1">
                    <a:lumMod val="60000"/>
                    <a:lumOff val="40000"/>
                  </a:schemeClr>
                </a:solidFill>
              </a:rPr>
              <a:t>含弘光大  继往开来</a:t>
            </a:r>
          </a:p>
        </p:txBody>
      </p:sp>
      <p:sp>
        <p:nvSpPr>
          <p:cNvPr id="51" name="文本框 50">
            <a:extLst>
              <a:ext uri="{FF2B5EF4-FFF2-40B4-BE49-F238E27FC236}">
                <a16:creationId xmlns:a16="http://schemas.microsoft.com/office/drawing/2014/main" id="{6BCD2578-0A15-40B0-8CB8-50E805F7D863}"/>
              </a:ext>
            </a:extLst>
          </p:cNvPr>
          <p:cNvSpPr>
            <a:spLocks noGrp="1"/>
          </p:cNvSpPr>
          <p:nvPr/>
        </p:nvSpPr>
        <p:spPr>
          <a:xfrm>
            <a:off x="9404350" y="6426922"/>
            <a:ext cx="2347413" cy="369332"/>
          </a:xfrm>
          <a:prstGeom prst="rect">
            <a:avLst/>
          </a:prstGeom>
          <a:noFill/>
        </p:spPr>
        <p:txBody>
          <a:bodyPr wrap="square" lIns="0" rIns="0">
            <a:normAutofit/>
          </a:bodyPr>
          <a:lstStyle/>
          <a:p>
            <a:pPr algn="r">
              <a:buNone/>
            </a:pPr>
            <a:r>
              <a:rPr sz="1400">
                <a:solidFill>
                  <a:schemeClr val="accent1">
                    <a:lumMod val="60000"/>
                    <a:lumOff val="40000"/>
                  </a:schemeClr>
                </a:solidFill>
              </a:rPr>
              <a:t>www.swu.edu.cn</a:t>
            </a:r>
          </a:p>
        </p:txBody>
      </p:sp>
      <p:sp>
        <p:nvSpPr>
          <p:cNvPr id="52" name="等腰三角形 51">
            <a:extLst>
              <a:ext uri="{FF2B5EF4-FFF2-40B4-BE49-F238E27FC236}">
                <a16:creationId xmlns:a16="http://schemas.microsoft.com/office/drawing/2014/main" id="{DA8FD511-07E6-4DEC-8B92-5A8CBD535169}"/>
              </a:ext>
            </a:extLst>
          </p:cNvPr>
          <p:cNvSpPr>
            <a:spLocks noGrp="1"/>
          </p:cNvSpPr>
          <p:nvPr/>
        </p:nvSpPr>
        <p:spPr>
          <a:xfrm rot="5400000">
            <a:off x="517080" y="414159"/>
            <a:ext cx="346021" cy="298294"/>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3" name="等腰三角形 52">
            <a:extLst>
              <a:ext uri="{FF2B5EF4-FFF2-40B4-BE49-F238E27FC236}">
                <a16:creationId xmlns:a16="http://schemas.microsoft.com/office/drawing/2014/main" id="{E385D36F-A35F-49F0-9610-3953FF03E089}"/>
              </a:ext>
            </a:extLst>
          </p:cNvPr>
          <p:cNvSpPr>
            <a:spLocks noGrp="1"/>
          </p:cNvSpPr>
          <p:nvPr/>
        </p:nvSpPr>
        <p:spPr>
          <a:xfrm rot="5400000">
            <a:off x="696063" y="439993"/>
            <a:ext cx="286086" cy="246626"/>
          </a:xfrm>
          <a:prstGeom prs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68" name="图片 53"/>
          <p:cNvPicPr>
            <a:picLocks noChangeAspect="1"/>
          </p:cNvPicPr>
          <p:nvPr/>
        </p:nvPicPr>
        <p:blipFill>
          <a:blip r:embed="rId2"/>
          <a:stretch>
            <a:fillRect/>
          </a:stretch>
        </p:blipFill>
        <p:spPr>
          <a:xfrm>
            <a:off x="9502105" y="1"/>
            <a:ext cx="2756569" cy="1162687"/>
          </a:xfrm>
          <a:prstGeom prst="rect">
            <a:avLst/>
          </a:prstGeom>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066E587-7787-4BCC-98FA-082BBED997A6}"/>
              </a:ext>
            </a:extLst>
          </p:cNvPr>
          <p:cNvSpPr>
            <a:spLocks noGrp="1"/>
          </p:cNvSpPr>
          <p:nvPr>
            <p:ph type="dt" idx="10"/>
          </p:nvPr>
        </p:nvSpPr>
        <p:spPr/>
        <p:txBody>
          <a:bodyPr/>
          <a:lstStyle/>
          <a:p>
            <a:fld id="{3B5EE5F3-CFA0-43AC-95F1-F06D2333B3E4}" type="datetimeFigureOut">
              <a:t>2026/7/18</a:t>
            </a:fld>
            <a:endParaRPr/>
          </a:p>
        </p:txBody>
      </p:sp>
      <p:sp>
        <p:nvSpPr>
          <p:cNvPr id="3" name="页脚占位符 2">
            <a:extLst>
              <a:ext uri="{FF2B5EF4-FFF2-40B4-BE49-F238E27FC236}">
                <a16:creationId xmlns:a16="http://schemas.microsoft.com/office/drawing/2014/main" id="{913EF8AF-9CFE-4198-8C35-9E212A460D2D}"/>
              </a:ext>
            </a:extLst>
          </p:cNvPr>
          <p:cNvSpPr>
            <a:spLocks noGrp="1"/>
          </p:cNvSpPr>
          <p:nvPr>
            <p:ph type="ftr" idx="11"/>
          </p:nvPr>
        </p:nvSpPr>
        <p:spPr/>
        <p:txBody>
          <a:bodyPr/>
          <a:lstStyle/>
          <a:p>
            <a:endParaRPr/>
          </a:p>
        </p:txBody>
      </p:sp>
      <p:sp>
        <p:nvSpPr>
          <p:cNvPr id="4" name="灯片编号占位符 3">
            <a:extLst>
              <a:ext uri="{FF2B5EF4-FFF2-40B4-BE49-F238E27FC236}">
                <a16:creationId xmlns:a16="http://schemas.microsoft.com/office/drawing/2014/main" id="{8C5A9CC6-FB0E-4F62-8C7F-68B0787E2052}"/>
              </a:ext>
            </a:extLst>
          </p:cNvPr>
          <p:cNvSpPr>
            <a:spLocks noGrp="1"/>
          </p:cNvSpPr>
          <p:nvPr>
            <p:ph type="sldNum" idx="12"/>
          </p:nvPr>
        </p:nvSpPr>
        <p:spPr/>
        <p:txBody>
          <a:bodyPr/>
          <a:lstStyle/>
          <a:p>
            <a:fld id="{1827D481-3F20-4588-8E0E-ADBEB6EB827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6C698D3-5343-5ED0-EAE7-D23BFD69E20A}"/>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单击此处编辑母版标题样式</a:t>
            </a:r>
          </a:p>
        </p:txBody>
      </p:sp>
      <p:sp>
        <p:nvSpPr>
          <p:cNvPr id="3" name="文本占位符 2">
            <a:extLst>
              <a:ext uri="{FF2B5EF4-FFF2-40B4-BE49-F238E27FC236}">
                <a16:creationId xmlns:a16="http://schemas.microsoft.com/office/drawing/2014/main" id="{B579F56F-61FE-9CAE-14D3-DDFE3E15A93C}"/>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日期占位符 3">
            <a:extLst>
              <a:ext uri="{FF2B5EF4-FFF2-40B4-BE49-F238E27FC236}">
                <a16:creationId xmlns:a16="http://schemas.microsoft.com/office/drawing/2014/main" id="{3FAAF32A-854A-7F8E-8E01-9558AFFD596B}"/>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44304C7A-D3E5-434E-AF65-D643B3CDD4DD}" type="datetimeFigureOut">
              <a:t>2026/7/18</a:t>
            </a:fld>
            <a:endParaRPr/>
          </a:p>
        </p:txBody>
      </p:sp>
      <p:sp>
        <p:nvSpPr>
          <p:cNvPr id="5" name="页脚占位符 4">
            <a:extLst>
              <a:ext uri="{FF2B5EF4-FFF2-40B4-BE49-F238E27FC236}">
                <a16:creationId xmlns:a16="http://schemas.microsoft.com/office/drawing/2014/main" id="{D8A2AFB4-C71B-FD66-3560-9553B122F3AD}"/>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灯片编号占位符 5">
            <a:extLst>
              <a:ext uri="{FF2B5EF4-FFF2-40B4-BE49-F238E27FC236}">
                <a16:creationId xmlns:a16="http://schemas.microsoft.com/office/drawing/2014/main" id="{01AF2AE1-3F49-37F1-0F26-33D3AFC1E9B2}"/>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9830E876-90F7-4A36-9FE4-A4982909ED72}"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2B8C1D2-5049-428E-9213-E50D1E60B7F9}"/>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单击此处编辑母版标题样式</a:t>
            </a:r>
          </a:p>
        </p:txBody>
      </p:sp>
      <p:sp>
        <p:nvSpPr>
          <p:cNvPr id="3" name="文本占位符 2">
            <a:extLst>
              <a:ext uri="{FF2B5EF4-FFF2-40B4-BE49-F238E27FC236}">
                <a16:creationId xmlns:a16="http://schemas.microsoft.com/office/drawing/2014/main" id="{D825FDAD-9008-45E5-968F-975C49DBBD58}"/>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a:buNone/>
            </a:pPr>
            <a:r>
              <a:t>编辑母版文本样式</a:t>
            </a:r>
          </a:p>
          <a:p>
            <a:pPr>
              <a:buNone/>
            </a:pPr>
            <a:r>
              <a:t>第二级</a:t>
            </a:r>
          </a:p>
          <a:p>
            <a:pPr>
              <a:buNone/>
            </a:pPr>
            <a:r>
              <a:t>第三级</a:t>
            </a:r>
          </a:p>
          <a:p>
            <a:pPr>
              <a:buNone/>
            </a:pPr>
            <a:r>
              <a:t>第四级</a:t>
            </a:r>
          </a:p>
          <a:p>
            <a:pPr>
              <a:buNone/>
            </a:pPr>
            <a:r>
              <a:t>第五级</a:t>
            </a:r>
          </a:p>
        </p:txBody>
      </p:sp>
      <p:sp>
        <p:nvSpPr>
          <p:cNvPr id="4" name="日期占位符 3">
            <a:extLst>
              <a:ext uri="{FF2B5EF4-FFF2-40B4-BE49-F238E27FC236}">
                <a16:creationId xmlns:a16="http://schemas.microsoft.com/office/drawing/2014/main" id="{0B842041-70B5-4780-A1BD-860103F441C8}"/>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3B5EE5F3-CFA0-43AC-95F1-F06D2333B3E4}" type="datetimeFigureOut">
              <a:t>2026/7/18</a:t>
            </a:fld>
            <a:endParaRPr/>
          </a:p>
        </p:txBody>
      </p:sp>
      <p:sp>
        <p:nvSpPr>
          <p:cNvPr id="5" name="页脚占位符 4">
            <a:extLst>
              <a:ext uri="{FF2B5EF4-FFF2-40B4-BE49-F238E27FC236}">
                <a16:creationId xmlns:a16="http://schemas.microsoft.com/office/drawing/2014/main" id="{F69EB393-F01E-4051-9231-9D375D2F8ECC}"/>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灯片编号占位符 5">
            <a:extLst>
              <a:ext uri="{FF2B5EF4-FFF2-40B4-BE49-F238E27FC236}">
                <a16:creationId xmlns:a16="http://schemas.microsoft.com/office/drawing/2014/main" id="{61DDCD2B-1D40-4A4F-9895-F19CAE12BEDE}"/>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1827D481-3F20-4588-8E0E-ADBEB6EB827F}"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notesSlide" Target="../notesSlides/notesSlide2.xml"/><Relationship Id="rId16" Type="http://schemas.openxmlformats.org/officeDocument/2006/relationships/image" Target="../media/image16.png"/><Relationship Id="rId1" Type="http://schemas.openxmlformats.org/officeDocument/2006/relationships/slideLayout" Target="../slideLayouts/slideLayout24.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_rels/slide3.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3.xml"/><Relationship Id="rId16" Type="http://schemas.openxmlformats.org/officeDocument/2006/relationships/image" Target="../media/image31.png"/><Relationship Id="rId1" Type="http://schemas.openxmlformats.org/officeDocument/2006/relationships/slideLayout" Target="../slideLayouts/slideLayout24.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箭头: 右 21">
            <a:extLst>
              <a:ext uri="{FF2B5EF4-FFF2-40B4-BE49-F238E27FC236}">
                <a16:creationId xmlns:a16="http://schemas.microsoft.com/office/drawing/2014/main" id="{CEB4C1D4-1397-B07C-8B6C-77DFF03EDDC4}"/>
              </a:ext>
            </a:extLst>
          </p:cNvPr>
          <p:cNvSpPr>
            <a:spLocks noGrp="1"/>
          </p:cNvSpPr>
          <p:nvPr/>
        </p:nvSpPr>
        <p:spPr>
          <a:xfrm flipV="1">
            <a:off x="504825" y="381000"/>
            <a:ext cx="342900" cy="381000"/>
          </a:xfrm>
          <a:prstGeom prst="rightArrow">
            <a:avLst/>
          </a:prstGeom>
          <a:solidFill>
            <a:srgbClr val="3159D9"/>
          </a:solidFill>
          <a:ln w="0">
            <a:solidFill>
              <a:srgbClr val="3159D9"/>
            </a:solid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5" name="箭头: 右 24">
            <a:extLst>
              <a:ext uri="{FF2B5EF4-FFF2-40B4-BE49-F238E27FC236}">
                <a16:creationId xmlns:a16="http://schemas.microsoft.com/office/drawing/2014/main" id="{A69F0B44-B045-5380-D895-E4798A0E0EC2}"/>
              </a:ext>
            </a:extLst>
          </p:cNvPr>
          <p:cNvSpPr>
            <a:spLocks noGrp="1"/>
          </p:cNvSpPr>
          <p:nvPr/>
        </p:nvSpPr>
        <p:spPr>
          <a:xfrm flipV="1">
            <a:off x="704850" y="381000"/>
            <a:ext cx="342900" cy="381000"/>
          </a:xfrm>
          <a:prstGeom prst="rightArrow">
            <a:avLst/>
          </a:prstGeom>
          <a:solidFill>
            <a:srgbClr val="36A8C9"/>
          </a:solidFill>
          <a:ln w="0">
            <a:solidFill>
              <a:srgbClr val="36A8C9"/>
            </a:solid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2" name="平行四边形 161">
            <a:extLst>
              <a:ext uri="{FF2B5EF4-FFF2-40B4-BE49-F238E27FC236}">
                <a16:creationId xmlns:a16="http://schemas.microsoft.com/office/drawing/2014/main" id="{EB73F95D-E7BD-E51E-626D-C7B0600FEBB7}"/>
              </a:ext>
            </a:extLst>
          </p:cNvPr>
          <p:cNvSpPr>
            <a:spLocks noGrp="1"/>
          </p:cNvSpPr>
          <p:nvPr/>
        </p:nvSpPr>
        <p:spPr>
          <a:xfrm>
            <a:off x="895350" y="381000"/>
            <a:ext cx="2362200" cy="381000"/>
          </a:xfrm>
          <a:prstGeom prst="parallelogram">
            <a:avLst/>
          </a:prstGeom>
          <a:solidFill>
            <a:srgbClr val="22317C"/>
          </a:solidFill>
          <a:ln w="7620">
            <a:solidFill>
              <a:srgbClr val="22317C"/>
            </a:solid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3" name="文本框 162">
            <a:extLst>
              <a:ext uri="{FF2B5EF4-FFF2-40B4-BE49-F238E27FC236}">
                <a16:creationId xmlns:a16="http://schemas.microsoft.com/office/drawing/2014/main" id="{CF329B91-D5E0-DA33-8C0E-801A65BAEB72}"/>
              </a:ext>
            </a:extLst>
          </p:cNvPr>
          <p:cNvSpPr>
            <a:spLocks noGrp="1"/>
          </p:cNvSpPr>
          <p:nvPr/>
        </p:nvSpPr>
        <p:spPr>
          <a:xfrm>
            <a:off x="1104900" y="409575"/>
            <a:ext cx="1952625" cy="354330"/>
          </a:xfrm>
          <a:prstGeom prst="rect">
            <a:avLst/>
          </a:prstGeom>
          <a:noFill/>
        </p:spPr>
        <p:txBody>
          <a:bodyPr wrap="none" lIns="38100" tIns="19050" rIns="38100" bIns="19050" anchor="ctr">
            <a:noAutofit/>
          </a:bodyPr>
          <a:lstStyle/>
          <a:p>
            <a:pPr algn="ctr">
              <a:defRPr sz="1725" b="0" i="0">
                <a:solidFill>
                  <a:srgbClr val="FFFFFF"/>
                </a:solidFill>
                <a:latin typeface="Microsoft YaHei"/>
                <a:ea typeface="Microsoft YaHei"/>
                <a:cs typeface="Microsoft YaHei"/>
              </a:defRPr>
            </a:pPr>
            <a:r>
              <a:rPr sz="1725" b="0" i="0" dirty="0" err="1">
                <a:solidFill>
                  <a:srgbClr val="FFFFFF"/>
                </a:solidFill>
                <a:latin typeface="Microsoft YaHei"/>
                <a:ea typeface="Microsoft YaHei"/>
                <a:cs typeface="Microsoft YaHei"/>
              </a:rPr>
              <a:t>模型架构</a:t>
            </a:r>
            <a:endParaRPr sz="1725" b="0" i="0" dirty="0">
              <a:solidFill>
                <a:srgbClr val="FFFFFF"/>
              </a:solidFill>
              <a:latin typeface="Microsoft YaHei"/>
              <a:ea typeface="Microsoft YaHei"/>
              <a:cs typeface="Microsoft YaHei"/>
            </a:endParaRPr>
          </a:p>
        </p:txBody>
      </p:sp>
      <p:sp>
        <p:nvSpPr>
          <p:cNvPr id="2" name="文本框 1">
            <a:extLst>
              <a:ext uri="{FF2B5EF4-FFF2-40B4-BE49-F238E27FC236}">
                <a16:creationId xmlns:a16="http://schemas.microsoft.com/office/drawing/2014/main" id="{6DC77864-D04B-8370-A6C3-5C8EEAF924A0}"/>
              </a:ext>
            </a:extLst>
          </p:cNvPr>
          <p:cNvSpPr txBox="1"/>
          <p:nvPr/>
        </p:nvSpPr>
        <p:spPr>
          <a:xfrm>
            <a:off x="4541315" y="1172151"/>
            <a:ext cx="2262158" cy="369332"/>
          </a:xfrm>
          <a:prstGeom prst="rect">
            <a:avLst/>
          </a:prstGeom>
          <a:noFill/>
        </p:spPr>
        <p:txBody>
          <a:bodyPr wrap="none" rtlCol="0">
            <a:spAutoFit/>
          </a:bodyPr>
          <a:lstStyle/>
          <a:p>
            <a:r>
              <a:rPr lang="zh-CN" altLang="en-US" dirty="0"/>
              <a:t>时序图神经网络蒸馏</a:t>
            </a:r>
          </a:p>
        </p:txBody>
      </p:sp>
      <p:sp>
        <p:nvSpPr>
          <p:cNvPr id="4" name="文本框 3">
            <a:extLst>
              <a:ext uri="{FF2B5EF4-FFF2-40B4-BE49-F238E27FC236}">
                <a16:creationId xmlns:a16="http://schemas.microsoft.com/office/drawing/2014/main" id="{B62DAB12-DC7B-74BB-FD9C-F9CD2351F720}"/>
              </a:ext>
            </a:extLst>
          </p:cNvPr>
          <p:cNvSpPr txBox="1"/>
          <p:nvPr/>
        </p:nvSpPr>
        <p:spPr>
          <a:xfrm>
            <a:off x="2076450" y="2012066"/>
            <a:ext cx="7724200" cy="1600438"/>
          </a:xfrm>
          <a:prstGeom prst="rect">
            <a:avLst/>
          </a:prstGeom>
          <a:noFill/>
        </p:spPr>
        <p:txBody>
          <a:bodyPr wrap="square">
            <a:spAutoFit/>
          </a:bodyPr>
          <a:lstStyle/>
          <a:p>
            <a:r>
              <a:rPr lang="zh-CN" altLang="en-US" sz="1600" dirty="0"/>
              <a:t>时序图神经网络能够利用节点之间不断变化的历史交互进行预测，但通常依赖复杂的图结构和时序记忆，计算与存储开销较大。为提高模型的推理效率，本项目采用知识蒸馏，将 </a:t>
            </a:r>
            <a:r>
              <a:rPr lang="en-US" altLang="zh-CN" sz="1600" dirty="0"/>
              <a:t>TGN </a:t>
            </a:r>
            <a:r>
              <a:rPr lang="zh-CN" altLang="en-US" sz="1600" dirty="0"/>
              <a:t>教师模型的知识迁移到图无关的轻量学生模型中。其中，</a:t>
            </a:r>
            <a:r>
              <a:rPr lang="en-US" altLang="zh-CN" sz="1600" dirty="0"/>
              <a:t>Rank-Wasserstein </a:t>
            </a:r>
            <a:r>
              <a:rPr lang="zh-CN" altLang="en-US" sz="1600" dirty="0"/>
              <a:t>损失用于对齐教师与学生对候选节点的排序，使学生重点学习教师在高排名候选上的偏好；</a:t>
            </a:r>
            <a:r>
              <a:rPr lang="en-US" altLang="zh-CN" sz="1600" dirty="0"/>
              <a:t>CUT-FGW </a:t>
            </a:r>
            <a:r>
              <a:rPr lang="zh-CN" altLang="en-US" sz="1600" dirty="0"/>
              <a:t>损失则通过最优传输对齐教师的变长历史关系与学生的固定关系槽，使学生在不访问历史图结构的情况下学习教师的时序关系结构</a:t>
            </a:r>
            <a:r>
              <a:rPr lang="zh-CN" altLang="en-US" dirty="0"/>
              <a:t>。</a:t>
            </a:r>
          </a:p>
        </p:txBody>
      </p:sp>
    </p:spTree>
    <p:extLst>
      <p:ext uri="{BB962C8B-B14F-4D97-AF65-F5344CB8AC3E}">
        <p14:creationId xmlns:p14="http://schemas.microsoft.com/office/powerpoint/2010/main" val="1781154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平行四边形 77">
            <a:extLst>
              <a:ext uri="{FF2B5EF4-FFF2-40B4-BE49-F238E27FC236}">
                <a16:creationId xmlns:a16="http://schemas.microsoft.com/office/drawing/2014/main" id="{B4CC2DA6-A5EF-3335-7474-775FD84ADE7C}"/>
              </a:ext>
            </a:extLst>
          </p:cNvPr>
          <p:cNvSpPr>
            <a:spLocks noGrp="1"/>
          </p:cNvSpPr>
          <p:nvPr/>
        </p:nvSpPr>
        <p:spPr>
          <a:xfrm>
            <a:off x="523875" y="381000"/>
            <a:ext cx="3238500" cy="381000"/>
          </a:xfrm>
          <a:prstGeom prst="parallelogram">
            <a:avLst/>
          </a:prstGeom>
          <a:solidFill>
            <a:srgbClr val="22317C"/>
          </a:solidFill>
          <a:ln w="7620">
            <a:solidFill>
              <a:srgbClr val="22317C"/>
            </a:solid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9" name="文本框 78">
            <a:extLst>
              <a:ext uri="{FF2B5EF4-FFF2-40B4-BE49-F238E27FC236}">
                <a16:creationId xmlns:a16="http://schemas.microsoft.com/office/drawing/2014/main" id="{6D1F905D-FB24-AA73-DBA7-85F75582626B}"/>
              </a:ext>
            </a:extLst>
          </p:cNvPr>
          <p:cNvSpPr>
            <a:spLocks noGrp="1"/>
          </p:cNvSpPr>
          <p:nvPr/>
        </p:nvSpPr>
        <p:spPr>
          <a:xfrm>
            <a:off x="781050" y="409575"/>
            <a:ext cx="2714625" cy="354330"/>
          </a:xfrm>
          <a:prstGeom prst="rect">
            <a:avLst/>
          </a:prstGeom>
          <a:noFill/>
        </p:spPr>
        <p:txBody>
          <a:bodyPr wrap="none" lIns="38100" tIns="19050" rIns="38100" bIns="19050" anchor="ctr">
            <a:noAutofit/>
          </a:bodyPr>
          <a:lstStyle/>
          <a:p>
            <a:pPr algn="ctr">
              <a:defRPr sz="1725" b="0" i="0">
                <a:solidFill>
                  <a:srgbClr val="FFFFFF"/>
                </a:solidFill>
                <a:latin typeface="Microsoft YaHei"/>
                <a:ea typeface="Microsoft YaHei"/>
                <a:cs typeface="Microsoft YaHei"/>
              </a:defRPr>
            </a:pPr>
            <a:r>
              <a:rPr sz="1725" b="0" i="0">
                <a:solidFill>
                  <a:srgbClr val="FFFFFF"/>
                </a:solidFill>
                <a:latin typeface="Microsoft YaHei"/>
                <a:ea typeface="Microsoft YaHei"/>
                <a:cs typeface="Microsoft YaHei"/>
              </a:rPr>
              <a:t>CUTFGWD 蒸馏目标</a:t>
            </a:r>
          </a:p>
        </p:txBody>
      </p:sp>
      <p:sp>
        <p:nvSpPr>
          <p:cNvPr id="3" name="文本框 2">
            <a:extLst>
              <a:ext uri="{FF2B5EF4-FFF2-40B4-BE49-F238E27FC236}">
                <a16:creationId xmlns:a16="http://schemas.microsoft.com/office/drawing/2014/main" id="{D993E251-A498-FBF2-752A-AB3E52FC2255}"/>
              </a:ext>
            </a:extLst>
          </p:cNvPr>
          <p:cNvSpPr txBox="1"/>
          <p:nvPr/>
        </p:nvSpPr>
        <p:spPr>
          <a:xfrm>
            <a:off x="233203" y="996690"/>
            <a:ext cx="2528408" cy="369332"/>
          </a:xfrm>
          <a:prstGeom prst="rect">
            <a:avLst/>
          </a:prstGeom>
          <a:noFill/>
        </p:spPr>
        <p:txBody>
          <a:bodyPr wrap="square">
            <a:spAutoFit/>
          </a:bodyPr>
          <a:lstStyle/>
          <a:p>
            <a:r>
              <a:rPr lang="en-US" altLang="zh-CN" dirty="0"/>
              <a:t>Rank-Wasserstein</a:t>
            </a:r>
            <a:endParaRPr lang="zh-CN" altLang="en-US" dirty="0"/>
          </a:p>
        </p:txBody>
      </p:sp>
      <p:pic>
        <p:nvPicPr>
          <p:cNvPr id="5" name="图片 4">
            <a:extLst>
              <a:ext uri="{FF2B5EF4-FFF2-40B4-BE49-F238E27FC236}">
                <a16:creationId xmlns:a16="http://schemas.microsoft.com/office/drawing/2014/main" id="{B4CDBBBA-5990-1494-D825-AB1BE447C5B3}"/>
              </a:ext>
            </a:extLst>
          </p:cNvPr>
          <p:cNvPicPr>
            <a:picLocks noChangeAspect="1"/>
          </p:cNvPicPr>
          <p:nvPr/>
        </p:nvPicPr>
        <p:blipFill>
          <a:blip r:embed="rId3"/>
          <a:stretch>
            <a:fillRect/>
          </a:stretch>
        </p:blipFill>
        <p:spPr>
          <a:xfrm>
            <a:off x="1226101" y="1716827"/>
            <a:ext cx="1333569" cy="317516"/>
          </a:xfrm>
          <a:prstGeom prst="rect">
            <a:avLst/>
          </a:prstGeom>
        </p:spPr>
      </p:pic>
      <p:pic>
        <p:nvPicPr>
          <p:cNvPr id="7" name="图片 6">
            <a:extLst>
              <a:ext uri="{FF2B5EF4-FFF2-40B4-BE49-F238E27FC236}">
                <a16:creationId xmlns:a16="http://schemas.microsoft.com/office/drawing/2014/main" id="{B81F5B82-84FF-87BC-9E16-1AA0F0627A80}"/>
              </a:ext>
            </a:extLst>
          </p:cNvPr>
          <p:cNvPicPr>
            <a:picLocks noChangeAspect="1"/>
          </p:cNvPicPr>
          <p:nvPr/>
        </p:nvPicPr>
        <p:blipFill>
          <a:blip r:embed="rId4"/>
          <a:stretch>
            <a:fillRect/>
          </a:stretch>
        </p:blipFill>
        <p:spPr>
          <a:xfrm>
            <a:off x="1353107" y="2093033"/>
            <a:ext cx="1079555" cy="292115"/>
          </a:xfrm>
          <a:prstGeom prst="rect">
            <a:avLst/>
          </a:prstGeom>
        </p:spPr>
      </p:pic>
      <p:sp>
        <p:nvSpPr>
          <p:cNvPr id="9" name="文本框 8">
            <a:extLst>
              <a:ext uri="{FF2B5EF4-FFF2-40B4-BE49-F238E27FC236}">
                <a16:creationId xmlns:a16="http://schemas.microsoft.com/office/drawing/2014/main" id="{08F34A76-FBA8-F411-8356-87C1B5DFA533}"/>
              </a:ext>
            </a:extLst>
          </p:cNvPr>
          <p:cNvSpPr txBox="1"/>
          <p:nvPr/>
        </p:nvSpPr>
        <p:spPr>
          <a:xfrm>
            <a:off x="233203" y="1439828"/>
            <a:ext cx="1595597" cy="276999"/>
          </a:xfrm>
          <a:prstGeom prst="rect">
            <a:avLst/>
          </a:prstGeom>
          <a:noFill/>
        </p:spPr>
        <p:txBody>
          <a:bodyPr wrap="square">
            <a:spAutoFit/>
          </a:bodyPr>
          <a:lstStyle/>
          <a:p>
            <a:r>
              <a:rPr lang="zh-CN" altLang="en-US" sz="1200" dirty="0"/>
              <a:t>首先得到教师排序：</a:t>
            </a:r>
          </a:p>
        </p:txBody>
      </p:sp>
      <p:sp>
        <p:nvSpPr>
          <p:cNvPr id="11" name="文本框 10">
            <a:extLst>
              <a:ext uri="{FF2B5EF4-FFF2-40B4-BE49-F238E27FC236}">
                <a16:creationId xmlns:a16="http://schemas.microsoft.com/office/drawing/2014/main" id="{520CDC2A-C4AC-DCAF-A80C-2517CD673533}"/>
              </a:ext>
            </a:extLst>
          </p:cNvPr>
          <p:cNvSpPr txBox="1"/>
          <p:nvPr/>
        </p:nvSpPr>
        <p:spPr>
          <a:xfrm>
            <a:off x="233203" y="2443838"/>
            <a:ext cx="1145556" cy="276999"/>
          </a:xfrm>
          <a:prstGeom prst="rect">
            <a:avLst/>
          </a:prstGeom>
          <a:noFill/>
        </p:spPr>
        <p:txBody>
          <a:bodyPr wrap="square">
            <a:spAutoFit/>
          </a:bodyPr>
          <a:lstStyle/>
          <a:p>
            <a:r>
              <a:rPr lang="zh-CN" altLang="en-US" sz="1200" dirty="0"/>
              <a:t>计算累计概率：</a:t>
            </a:r>
          </a:p>
        </p:txBody>
      </p:sp>
      <p:pic>
        <p:nvPicPr>
          <p:cNvPr id="13" name="图片 12">
            <a:extLst>
              <a:ext uri="{FF2B5EF4-FFF2-40B4-BE49-F238E27FC236}">
                <a16:creationId xmlns:a16="http://schemas.microsoft.com/office/drawing/2014/main" id="{C1F17063-BC1C-BEC4-569D-BEE0A10B2CD6}"/>
              </a:ext>
            </a:extLst>
          </p:cNvPr>
          <p:cNvPicPr>
            <a:picLocks noChangeAspect="1"/>
          </p:cNvPicPr>
          <p:nvPr/>
        </p:nvPicPr>
        <p:blipFill>
          <a:blip r:embed="rId5"/>
          <a:stretch>
            <a:fillRect/>
          </a:stretch>
        </p:blipFill>
        <p:spPr>
          <a:xfrm>
            <a:off x="349755" y="2851651"/>
            <a:ext cx="1543129" cy="393720"/>
          </a:xfrm>
          <a:prstGeom prst="rect">
            <a:avLst/>
          </a:prstGeom>
        </p:spPr>
      </p:pic>
      <p:pic>
        <p:nvPicPr>
          <p:cNvPr id="15" name="图片 14">
            <a:extLst>
              <a:ext uri="{FF2B5EF4-FFF2-40B4-BE49-F238E27FC236}">
                <a16:creationId xmlns:a16="http://schemas.microsoft.com/office/drawing/2014/main" id="{30275FAB-4D69-055F-65A9-44F26BD633B7}"/>
              </a:ext>
            </a:extLst>
          </p:cNvPr>
          <p:cNvPicPr>
            <a:picLocks noChangeAspect="1"/>
          </p:cNvPicPr>
          <p:nvPr/>
        </p:nvPicPr>
        <p:blipFill>
          <a:blip r:embed="rId6"/>
          <a:stretch>
            <a:fillRect/>
          </a:stretch>
        </p:blipFill>
        <p:spPr>
          <a:xfrm>
            <a:off x="349755" y="3336524"/>
            <a:ext cx="1422473" cy="349268"/>
          </a:xfrm>
          <a:prstGeom prst="rect">
            <a:avLst/>
          </a:prstGeom>
        </p:spPr>
      </p:pic>
      <p:pic>
        <p:nvPicPr>
          <p:cNvPr id="17" name="图片 16">
            <a:extLst>
              <a:ext uri="{FF2B5EF4-FFF2-40B4-BE49-F238E27FC236}">
                <a16:creationId xmlns:a16="http://schemas.microsoft.com/office/drawing/2014/main" id="{027D7D58-5CE6-3566-2BB5-FC3615CF3850}"/>
              </a:ext>
            </a:extLst>
          </p:cNvPr>
          <p:cNvPicPr>
            <a:picLocks noChangeAspect="1"/>
          </p:cNvPicPr>
          <p:nvPr/>
        </p:nvPicPr>
        <p:blipFill>
          <a:blip r:embed="rId7"/>
          <a:stretch>
            <a:fillRect/>
          </a:stretch>
        </p:blipFill>
        <p:spPr>
          <a:xfrm>
            <a:off x="336473" y="3843723"/>
            <a:ext cx="1492327" cy="336567"/>
          </a:xfrm>
          <a:prstGeom prst="rect">
            <a:avLst/>
          </a:prstGeom>
        </p:spPr>
      </p:pic>
      <p:pic>
        <p:nvPicPr>
          <p:cNvPr id="19" name="图片 18">
            <a:extLst>
              <a:ext uri="{FF2B5EF4-FFF2-40B4-BE49-F238E27FC236}">
                <a16:creationId xmlns:a16="http://schemas.microsoft.com/office/drawing/2014/main" id="{DE029D9B-3510-73FF-CD87-C071802ABE93}"/>
              </a:ext>
            </a:extLst>
          </p:cNvPr>
          <p:cNvPicPr>
            <a:picLocks noChangeAspect="1"/>
          </p:cNvPicPr>
          <p:nvPr/>
        </p:nvPicPr>
        <p:blipFill>
          <a:blip r:embed="rId8"/>
          <a:stretch>
            <a:fillRect/>
          </a:stretch>
        </p:blipFill>
        <p:spPr>
          <a:xfrm>
            <a:off x="336473" y="4368257"/>
            <a:ext cx="2419474" cy="520727"/>
          </a:xfrm>
          <a:prstGeom prst="rect">
            <a:avLst/>
          </a:prstGeom>
        </p:spPr>
      </p:pic>
      <p:sp>
        <p:nvSpPr>
          <p:cNvPr id="21" name="文本框 20">
            <a:extLst>
              <a:ext uri="{FF2B5EF4-FFF2-40B4-BE49-F238E27FC236}">
                <a16:creationId xmlns:a16="http://schemas.microsoft.com/office/drawing/2014/main" id="{903F8657-37C9-C6D9-CC5B-024C0A7941C6}"/>
              </a:ext>
            </a:extLst>
          </p:cNvPr>
          <p:cNvSpPr txBox="1"/>
          <p:nvPr/>
        </p:nvSpPr>
        <p:spPr>
          <a:xfrm>
            <a:off x="4344935" y="1031555"/>
            <a:ext cx="7757058" cy="369332"/>
          </a:xfrm>
          <a:prstGeom prst="rect">
            <a:avLst/>
          </a:prstGeom>
          <a:noFill/>
        </p:spPr>
        <p:txBody>
          <a:bodyPr wrap="square">
            <a:spAutoFit/>
          </a:bodyPr>
          <a:lstStyle/>
          <a:p>
            <a:r>
              <a:rPr lang="en-US" altLang="zh-CN" dirty="0"/>
              <a:t>CUT-FGW(</a:t>
            </a:r>
            <a:r>
              <a:rPr lang="zh-CN" altLang="zh-CN" dirty="0"/>
              <a:t>Causal Unbalanced Temporal Fused Gromov-Wasserstein</a:t>
            </a:r>
            <a:r>
              <a:rPr lang="en-US" altLang="zh-CN" dirty="0"/>
              <a:t>)</a:t>
            </a:r>
            <a:endParaRPr lang="zh-CN" altLang="en-US" dirty="0"/>
          </a:p>
        </p:txBody>
      </p:sp>
      <p:sp>
        <p:nvSpPr>
          <p:cNvPr id="23" name="文本框 22">
            <a:extLst>
              <a:ext uri="{FF2B5EF4-FFF2-40B4-BE49-F238E27FC236}">
                <a16:creationId xmlns:a16="http://schemas.microsoft.com/office/drawing/2014/main" id="{283181D0-AD04-B1BA-2E04-03906E4DB504}"/>
              </a:ext>
            </a:extLst>
          </p:cNvPr>
          <p:cNvSpPr txBox="1"/>
          <p:nvPr/>
        </p:nvSpPr>
        <p:spPr>
          <a:xfrm>
            <a:off x="4406303" y="1578327"/>
            <a:ext cx="2714625" cy="276999"/>
          </a:xfrm>
          <a:prstGeom prst="rect">
            <a:avLst/>
          </a:prstGeom>
          <a:noFill/>
        </p:spPr>
        <p:txBody>
          <a:bodyPr wrap="square">
            <a:spAutoFit/>
          </a:bodyPr>
          <a:lstStyle/>
          <a:p>
            <a:r>
              <a:rPr lang="zh-CN" altLang="en-US" sz="1200" dirty="0"/>
              <a:t>教师可能拥有最多 </a:t>
            </a:r>
            <a:r>
              <a:rPr lang="en-US" altLang="zh-CN" sz="1200" dirty="0"/>
              <a:t>24 </a:t>
            </a:r>
            <a:r>
              <a:rPr lang="zh-CN" altLang="en-US" sz="1200" dirty="0"/>
              <a:t>条历史关系：</a:t>
            </a:r>
          </a:p>
        </p:txBody>
      </p:sp>
      <p:pic>
        <p:nvPicPr>
          <p:cNvPr id="25" name="图片 24">
            <a:extLst>
              <a:ext uri="{FF2B5EF4-FFF2-40B4-BE49-F238E27FC236}">
                <a16:creationId xmlns:a16="http://schemas.microsoft.com/office/drawing/2014/main" id="{48DF862E-BB2D-CF9B-8B3F-D859B79EA283}"/>
              </a:ext>
            </a:extLst>
          </p:cNvPr>
          <p:cNvPicPr>
            <a:picLocks noChangeAspect="1"/>
          </p:cNvPicPr>
          <p:nvPr/>
        </p:nvPicPr>
        <p:blipFill>
          <a:blip r:embed="rId9"/>
          <a:stretch>
            <a:fillRect/>
          </a:stretch>
        </p:blipFill>
        <p:spPr>
          <a:xfrm>
            <a:off x="6853619" y="1513615"/>
            <a:ext cx="1295467" cy="406421"/>
          </a:xfrm>
          <a:prstGeom prst="rect">
            <a:avLst/>
          </a:prstGeom>
        </p:spPr>
      </p:pic>
      <p:sp>
        <p:nvSpPr>
          <p:cNvPr id="27" name="文本框 26">
            <a:extLst>
              <a:ext uri="{FF2B5EF4-FFF2-40B4-BE49-F238E27FC236}">
                <a16:creationId xmlns:a16="http://schemas.microsoft.com/office/drawing/2014/main" id="{98D5E353-A8AC-CD0E-A18A-D3A6B1ECF715}"/>
              </a:ext>
            </a:extLst>
          </p:cNvPr>
          <p:cNvSpPr txBox="1"/>
          <p:nvPr/>
        </p:nvSpPr>
        <p:spPr>
          <a:xfrm>
            <a:off x="4406303" y="2032764"/>
            <a:ext cx="3356891" cy="276999"/>
          </a:xfrm>
          <a:prstGeom prst="rect">
            <a:avLst/>
          </a:prstGeom>
          <a:noFill/>
        </p:spPr>
        <p:txBody>
          <a:bodyPr wrap="square">
            <a:spAutoFit/>
          </a:bodyPr>
          <a:lstStyle/>
          <a:p>
            <a:r>
              <a:rPr lang="zh-CN" altLang="en-US" sz="1200" dirty="0"/>
              <a:t>学生没有历史图，只设置了 </a:t>
            </a:r>
            <a:r>
              <a:rPr lang="en-US" altLang="zh-CN" sz="1200" dirty="0"/>
              <a:t>8 </a:t>
            </a:r>
            <a:r>
              <a:rPr lang="zh-CN" altLang="en-US" sz="1200" dirty="0"/>
              <a:t>个可学习关系槽：</a:t>
            </a:r>
          </a:p>
        </p:txBody>
      </p:sp>
      <p:pic>
        <p:nvPicPr>
          <p:cNvPr id="29" name="图片 28">
            <a:extLst>
              <a:ext uri="{FF2B5EF4-FFF2-40B4-BE49-F238E27FC236}">
                <a16:creationId xmlns:a16="http://schemas.microsoft.com/office/drawing/2014/main" id="{2BCF8217-EDF0-20A1-E1DB-5A2D1377A7C2}"/>
              </a:ext>
            </a:extLst>
          </p:cNvPr>
          <p:cNvPicPr>
            <a:picLocks noChangeAspect="1"/>
          </p:cNvPicPr>
          <p:nvPr/>
        </p:nvPicPr>
        <p:blipFill>
          <a:blip r:embed="rId10"/>
          <a:stretch>
            <a:fillRect/>
          </a:stretch>
        </p:blipFill>
        <p:spPr>
          <a:xfrm>
            <a:off x="7812925" y="2032764"/>
            <a:ext cx="997001" cy="298465"/>
          </a:xfrm>
          <a:prstGeom prst="rect">
            <a:avLst/>
          </a:prstGeom>
        </p:spPr>
      </p:pic>
      <p:pic>
        <p:nvPicPr>
          <p:cNvPr id="32" name="图片 31">
            <a:extLst>
              <a:ext uri="{FF2B5EF4-FFF2-40B4-BE49-F238E27FC236}">
                <a16:creationId xmlns:a16="http://schemas.microsoft.com/office/drawing/2014/main" id="{CFE5269D-4956-0210-A9BF-C3D368B6EF1E}"/>
              </a:ext>
            </a:extLst>
          </p:cNvPr>
          <p:cNvPicPr>
            <a:picLocks noChangeAspect="1"/>
          </p:cNvPicPr>
          <p:nvPr/>
        </p:nvPicPr>
        <p:blipFill>
          <a:blip r:embed="rId11"/>
          <a:stretch>
            <a:fillRect/>
          </a:stretch>
        </p:blipFill>
        <p:spPr>
          <a:xfrm>
            <a:off x="6539648" y="2457677"/>
            <a:ext cx="806491" cy="355618"/>
          </a:xfrm>
          <a:prstGeom prst="rect">
            <a:avLst/>
          </a:prstGeom>
        </p:spPr>
      </p:pic>
      <p:sp>
        <p:nvSpPr>
          <p:cNvPr id="33" name="文本框 32">
            <a:extLst>
              <a:ext uri="{FF2B5EF4-FFF2-40B4-BE49-F238E27FC236}">
                <a16:creationId xmlns:a16="http://schemas.microsoft.com/office/drawing/2014/main" id="{560B58B3-8BC1-A8A5-4291-EC10559ED583}"/>
              </a:ext>
            </a:extLst>
          </p:cNvPr>
          <p:cNvSpPr txBox="1"/>
          <p:nvPr/>
        </p:nvSpPr>
        <p:spPr>
          <a:xfrm>
            <a:off x="5222513" y="2514499"/>
            <a:ext cx="1261884" cy="276999"/>
          </a:xfrm>
          <a:prstGeom prst="rect">
            <a:avLst/>
          </a:prstGeom>
          <a:noFill/>
        </p:spPr>
        <p:txBody>
          <a:bodyPr wrap="none" rtlCol="0">
            <a:spAutoFit/>
          </a:bodyPr>
          <a:lstStyle/>
          <a:p>
            <a:r>
              <a:rPr lang="zh-CN" altLang="en-US" sz="1200" dirty="0"/>
              <a:t>不能直接计算：</a:t>
            </a:r>
          </a:p>
        </p:txBody>
      </p:sp>
      <p:pic>
        <p:nvPicPr>
          <p:cNvPr id="36" name="图片 35">
            <a:extLst>
              <a:ext uri="{FF2B5EF4-FFF2-40B4-BE49-F238E27FC236}">
                <a16:creationId xmlns:a16="http://schemas.microsoft.com/office/drawing/2014/main" id="{2F71E6EB-4A49-9FA4-C757-66A332FDE45A}"/>
              </a:ext>
            </a:extLst>
          </p:cNvPr>
          <p:cNvPicPr>
            <a:picLocks noChangeAspect="1"/>
          </p:cNvPicPr>
          <p:nvPr/>
        </p:nvPicPr>
        <p:blipFill>
          <a:blip r:embed="rId12"/>
          <a:stretch>
            <a:fillRect/>
          </a:stretch>
        </p:blipFill>
        <p:spPr>
          <a:xfrm>
            <a:off x="5987170" y="3018031"/>
            <a:ext cx="552478" cy="292115"/>
          </a:xfrm>
          <a:prstGeom prst="rect">
            <a:avLst/>
          </a:prstGeom>
        </p:spPr>
      </p:pic>
      <p:sp>
        <p:nvSpPr>
          <p:cNvPr id="38" name="文本框 37">
            <a:extLst>
              <a:ext uri="{FF2B5EF4-FFF2-40B4-BE49-F238E27FC236}">
                <a16:creationId xmlns:a16="http://schemas.microsoft.com/office/drawing/2014/main" id="{B72D6DAA-82F1-FAAC-89EC-0D72051937C6}"/>
              </a:ext>
            </a:extLst>
          </p:cNvPr>
          <p:cNvSpPr txBox="1"/>
          <p:nvPr/>
        </p:nvSpPr>
        <p:spPr>
          <a:xfrm>
            <a:off x="6388526" y="3018031"/>
            <a:ext cx="4308113" cy="276999"/>
          </a:xfrm>
          <a:prstGeom prst="rect">
            <a:avLst/>
          </a:prstGeom>
          <a:noFill/>
        </p:spPr>
        <p:txBody>
          <a:bodyPr wrap="square">
            <a:spAutoFit/>
          </a:bodyPr>
          <a:lstStyle/>
          <a:p>
            <a:r>
              <a:rPr lang="zh-CN" altLang="en-US" sz="1200" dirty="0"/>
              <a:t>教师第</a:t>
            </a:r>
            <a:r>
              <a:rPr lang="en-US" altLang="zh-CN" sz="1200" dirty="0" err="1"/>
              <a:t>i</a:t>
            </a:r>
            <a:r>
              <a:rPr lang="zh-CN" altLang="en-US" sz="1200" dirty="0"/>
              <a:t>条历史关系，应该有多少信息匹配到学生第</a:t>
            </a:r>
            <a:r>
              <a:rPr lang="en-US" altLang="zh-CN" sz="1200" dirty="0"/>
              <a:t>j</a:t>
            </a:r>
            <a:r>
              <a:rPr lang="zh-CN" altLang="en-US" sz="1200" dirty="0"/>
              <a:t>个关系槽。</a:t>
            </a:r>
          </a:p>
        </p:txBody>
      </p:sp>
      <p:sp>
        <p:nvSpPr>
          <p:cNvPr id="41" name="文本框 40">
            <a:extLst>
              <a:ext uri="{FF2B5EF4-FFF2-40B4-BE49-F238E27FC236}">
                <a16:creationId xmlns:a16="http://schemas.microsoft.com/office/drawing/2014/main" id="{9EAFF1F2-3C5A-F01B-079F-81A3CA6E0EB5}"/>
              </a:ext>
            </a:extLst>
          </p:cNvPr>
          <p:cNvSpPr txBox="1"/>
          <p:nvPr/>
        </p:nvSpPr>
        <p:spPr>
          <a:xfrm>
            <a:off x="4561566" y="3025588"/>
            <a:ext cx="1626282" cy="276999"/>
          </a:xfrm>
          <a:prstGeom prst="rect">
            <a:avLst/>
          </a:prstGeom>
          <a:noFill/>
        </p:spPr>
        <p:txBody>
          <a:bodyPr wrap="square">
            <a:spAutoFit/>
          </a:bodyPr>
          <a:lstStyle/>
          <a:p>
            <a:r>
              <a:rPr lang="zh-CN" altLang="en-US" sz="1200" dirty="0"/>
              <a:t>学习一个软匹配矩阵</a:t>
            </a:r>
          </a:p>
        </p:txBody>
      </p:sp>
      <p:sp>
        <p:nvSpPr>
          <p:cNvPr id="42" name="文本框 41">
            <a:extLst>
              <a:ext uri="{FF2B5EF4-FFF2-40B4-BE49-F238E27FC236}">
                <a16:creationId xmlns:a16="http://schemas.microsoft.com/office/drawing/2014/main" id="{23A611FE-2D2F-4C69-382D-C0115CFC3C3F}"/>
              </a:ext>
            </a:extLst>
          </p:cNvPr>
          <p:cNvSpPr txBox="1"/>
          <p:nvPr/>
        </p:nvSpPr>
        <p:spPr>
          <a:xfrm>
            <a:off x="4501731" y="3667963"/>
            <a:ext cx="1261884" cy="276999"/>
          </a:xfrm>
          <a:prstGeom prst="rect">
            <a:avLst/>
          </a:prstGeom>
          <a:noFill/>
        </p:spPr>
        <p:txBody>
          <a:bodyPr wrap="none" rtlCol="0">
            <a:spAutoFit/>
          </a:bodyPr>
          <a:lstStyle/>
          <a:p>
            <a:r>
              <a:rPr lang="zh-CN" altLang="en-US" sz="1200" dirty="0"/>
              <a:t>成本矩阵计算：</a:t>
            </a:r>
          </a:p>
        </p:txBody>
      </p:sp>
      <p:pic>
        <p:nvPicPr>
          <p:cNvPr id="44" name="图片 43">
            <a:extLst>
              <a:ext uri="{FF2B5EF4-FFF2-40B4-BE49-F238E27FC236}">
                <a16:creationId xmlns:a16="http://schemas.microsoft.com/office/drawing/2014/main" id="{C5ADB72E-1E98-31D2-ECFD-04E570729673}"/>
              </a:ext>
            </a:extLst>
          </p:cNvPr>
          <p:cNvPicPr>
            <a:picLocks noChangeAspect="1"/>
          </p:cNvPicPr>
          <p:nvPr/>
        </p:nvPicPr>
        <p:blipFill>
          <a:blip r:embed="rId13"/>
          <a:stretch>
            <a:fillRect/>
          </a:stretch>
        </p:blipFill>
        <p:spPr>
          <a:xfrm>
            <a:off x="5875668" y="3664316"/>
            <a:ext cx="1625684" cy="317516"/>
          </a:xfrm>
          <a:prstGeom prst="rect">
            <a:avLst/>
          </a:prstGeom>
        </p:spPr>
      </p:pic>
      <p:sp>
        <p:nvSpPr>
          <p:cNvPr id="46" name="文本框 45">
            <a:extLst>
              <a:ext uri="{FF2B5EF4-FFF2-40B4-BE49-F238E27FC236}">
                <a16:creationId xmlns:a16="http://schemas.microsoft.com/office/drawing/2014/main" id="{20361A87-1DFF-FB35-CB9D-9431EA026537}"/>
              </a:ext>
            </a:extLst>
          </p:cNvPr>
          <p:cNvSpPr txBox="1"/>
          <p:nvPr/>
        </p:nvSpPr>
        <p:spPr>
          <a:xfrm>
            <a:off x="4561566" y="4166113"/>
            <a:ext cx="6210554" cy="276999"/>
          </a:xfrm>
          <a:prstGeom prst="rect">
            <a:avLst/>
          </a:prstGeom>
          <a:noFill/>
        </p:spPr>
        <p:txBody>
          <a:bodyPr wrap="square">
            <a:spAutoFit/>
          </a:bodyPr>
          <a:lstStyle/>
          <a:p>
            <a:r>
              <a:rPr lang="zh-CN" altLang="en-US" sz="1200" dirty="0"/>
              <a:t>教师历史 </a:t>
            </a:r>
            <a:r>
              <a:rPr lang="en-US" altLang="zh-CN" sz="1200" dirty="0"/>
              <a:t>token </a:t>
            </a:r>
            <a:r>
              <a:rPr lang="zh-CN" altLang="en-US" sz="1200" dirty="0"/>
              <a:t>两两之间的余弦距离</a:t>
            </a:r>
          </a:p>
        </p:txBody>
      </p:sp>
      <p:pic>
        <p:nvPicPr>
          <p:cNvPr id="48" name="图片 47">
            <a:extLst>
              <a:ext uri="{FF2B5EF4-FFF2-40B4-BE49-F238E27FC236}">
                <a16:creationId xmlns:a16="http://schemas.microsoft.com/office/drawing/2014/main" id="{5B4711D4-D33E-8B27-4630-71171FCDAA96}"/>
              </a:ext>
            </a:extLst>
          </p:cNvPr>
          <p:cNvPicPr>
            <a:picLocks noChangeAspect="1"/>
          </p:cNvPicPr>
          <p:nvPr/>
        </p:nvPicPr>
        <p:blipFill>
          <a:blip r:embed="rId14"/>
          <a:stretch>
            <a:fillRect/>
          </a:stretch>
        </p:blipFill>
        <p:spPr>
          <a:xfrm>
            <a:off x="8226090" y="3654030"/>
            <a:ext cx="1562180" cy="349268"/>
          </a:xfrm>
          <a:prstGeom prst="rect">
            <a:avLst/>
          </a:prstGeom>
        </p:spPr>
      </p:pic>
      <mc:AlternateContent xmlns:mc="http://schemas.openxmlformats.org/markup-compatibility/2006">
        <mc:Choice xmlns:a14="http://schemas.microsoft.com/office/drawing/2010/main" Requires="a14">
          <p:sp>
            <p:nvSpPr>
              <p:cNvPr id="50" name="文本框 49">
                <a:extLst>
                  <a:ext uri="{FF2B5EF4-FFF2-40B4-BE49-F238E27FC236}">
                    <a16:creationId xmlns:a16="http://schemas.microsoft.com/office/drawing/2014/main" id="{854D593C-B56B-6D5F-65D4-BFD62E319156}"/>
                  </a:ext>
                </a:extLst>
              </p:cNvPr>
              <p:cNvSpPr txBox="1"/>
              <p:nvPr/>
            </p:nvSpPr>
            <p:spPr>
              <a:xfrm>
                <a:off x="8296831" y="4049533"/>
                <a:ext cx="3238500" cy="686983"/>
              </a:xfrm>
              <a:prstGeom prst="rect">
                <a:avLst/>
              </a:prstGeom>
              <a:noFill/>
            </p:spPr>
            <p:txBody>
              <a:bodyPr wrap="square">
                <a:spAutoFit/>
              </a:bodyPr>
              <a:lstStyle/>
              <a:p>
                <a14:m>
                  <m:oMath xmlns:m="http://schemas.openxmlformats.org/officeDocument/2006/math">
                    <m:sSub>
                      <m:sSubPr>
                        <m:ctrlPr>
                          <a:rPr lang="en-US" altLang="zh-CN" sz="1200" dirty="0" smtClean="0">
                            <a:latin typeface="Cambria Math" panose="02040503050406030204" pitchFamily="18" charset="0"/>
                          </a:rPr>
                        </m:ctrlPr>
                      </m:sSubPr>
                      <m:e>
                        <m:r>
                          <a:rPr lang="en-US" altLang="zh-CN" sz="1200" i="1" dirty="0">
                            <a:latin typeface="Cambria Math" panose="02040503050406030204" pitchFamily="18" charset="0"/>
                          </a:rPr>
                          <m:t>𝑚</m:t>
                        </m:r>
                      </m:e>
                      <m:sub>
                        <m:r>
                          <a:rPr lang="en-US" altLang="zh-CN" sz="1200" i="1" dirty="0">
                            <a:latin typeface="Cambria Math" panose="02040503050406030204" pitchFamily="18" charset="0"/>
                          </a:rPr>
                          <m:t>𝑖</m:t>
                        </m:r>
                      </m:sub>
                    </m:sSub>
                  </m:oMath>
                </a14:m>
                <a:r>
                  <a:rPr lang="zh-CN" altLang="en-US" sz="1200" dirty="0"/>
                  <a:t>：这条历史边相关节点的 </a:t>
                </a:r>
                <a:r>
                  <a:rPr lang="en-US" altLang="zh-CN" sz="1200" dirty="0"/>
                  <a:t>TGN Memory</a:t>
                </a:r>
                <a:r>
                  <a:rPr lang="zh-CN" altLang="en-US" sz="1200" dirty="0"/>
                  <a:t>；</a:t>
                </a:r>
                <a:endParaRPr lang="en-US" altLang="zh-CN" sz="1200" dirty="0"/>
              </a:p>
              <a:p>
                <a14:m>
                  <m:oMath xmlns:m="http://schemas.openxmlformats.org/officeDocument/2006/math">
                    <m:sSubSup>
                      <m:sSubSupPr>
                        <m:ctrlPr>
                          <a:rPr lang="en-US" altLang="zh-CN" sz="1200" dirty="0" smtClean="0">
                            <a:latin typeface="Cambria Math" panose="02040503050406030204" pitchFamily="18" charset="0"/>
                          </a:rPr>
                        </m:ctrlPr>
                      </m:sSubSupPr>
                      <m:e>
                        <m:r>
                          <a:rPr lang="en-US" altLang="zh-CN" sz="1200" i="1" dirty="0" smtClean="0">
                            <a:latin typeface="Cambria Math" panose="02040503050406030204" pitchFamily="18" charset="0"/>
                          </a:rPr>
                          <m:t>𝑒</m:t>
                        </m:r>
                      </m:e>
                      <m:sub>
                        <m:r>
                          <a:rPr lang="en-US" altLang="zh-CN" sz="1200" i="1" dirty="0" smtClean="0">
                            <a:latin typeface="Cambria Math" panose="02040503050406030204" pitchFamily="18" charset="0"/>
                          </a:rPr>
                          <m:t>𝑖</m:t>
                        </m:r>
                      </m:sub>
                      <m:sup>
                        <m:r>
                          <a:rPr lang="en-US" altLang="zh-CN" sz="1200" i="1" dirty="0" smtClean="0">
                            <a:latin typeface="Cambria Math" panose="02040503050406030204" pitchFamily="18" charset="0"/>
                          </a:rPr>
                          <m:t>𝑡𝑖𝑚𝑒</m:t>
                        </m:r>
                      </m:sup>
                    </m:sSubSup>
                  </m:oMath>
                </a14:m>
                <a:r>
                  <a:rPr lang="zh-CN" altLang="en-US" sz="1200" dirty="0"/>
                  <a:t>：相对时间编码；</a:t>
                </a:r>
                <a:endParaRPr lang="en-US" altLang="zh-CN" sz="1200" dirty="0"/>
              </a:p>
              <a:p>
                <a14:m>
                  <m:oMath xmlns:m="http://schemas.openxmlformats.org/officeDocument/2006/math">
                    <m:sSubSup>
                      <m:sSubSupPr>
                        <m:ctrlPr>
                          <a:rPr lang="en-US" altLang="zh-CN" sz="1200" dirty="0" smtClean="0">
                            <a:latin typeface="Cambria Math" panose="02040503050406030204" pitchFamily="18" charset="0"/>
                          </a:rPr>
                        </m:ctrlPr>
                      </m:sSubSupPr>
                      <m:e>
                        <m:r>
                          <a:rPr lang="en-US" altLang="zh-CN" sz="1200" i="1" dirty="0" smtClean="0">
                            <a:latin typeface="Cambria Math" panose="02040503050406030204" pitchFamily="18" charset="0"/>
                          </a:rPr>
                          <m:t>𝑒</m:t>
                        </m:r>
                      </m:e>
                      <m:sub>
                        <m:r>
                          <a:rPr lang="en-US" altLang="zh-CN" sz="1200" i="1" dirty="0" smtClean="0">
                            <a:latin typeface="Cambria Math" panose="02040503050406030204" pitchFamily="18" charset="0"/>
                          </a:rPr>
                          <m:t>𝑖</m:t>
                        </m:r>
                      </m:sub>
                      <m:sup>
                        <m:r>
                          <a:rPr lang="en-US" altLang="zh-CN" sz="1200" i="1" dirty="0" smtClean="0">
                            <a:latin typeface="Cambria Math" panose="02040503050406030204" pitchFamily="18" charset="0"/>
                          </a:rPr>
                          <m:t>𝑚𝑠𝑔</m:t>
                        </m:r>
                      </m:sup>
                    </m:sSubSup>
                  </m:oMath>
                </a14:m>
                <a:r>
                  <a:rPr lang="zh-CN" altLang="en-US" sz="1200" dirty="0"/>
                  <a:t>：历史边的消息或者边特征；</a:t>
                </a:r>
              </a:p>
            </p:txBody>
          </p:sp>
        </mc:Choice>
        <mc:Fallback>
          <p:sp>
            <p:nvSpPr>
              <p:cNvPr id="50" name="文本框 49">
                <a:extLst>
                  <a:ext uri="{FF2B5EF4-FFF2-40B4-BE49-F238E27FC236}">
                    <a16:creationId xmlns:a16="http://schemas.microsoft.com/office/drawing/2014/main" id="{854D593C-B56B-6D5F-65D4-BFD62E319156}"/>
                  </a:ext>
                </a:extLst>
              </p:cNvPr>
              <p:cNvSpPr txBox="1">
                <a:spLocks noRot="1" noChangeAspect="1" noMove="1" noResize="1" noEditPoints="1" noAdjustHandles="1" noChangeArrowheads="1" noChangeShapeType="1" noTextEdit="1"/>
              </p:cNvSpPr>
              <p:nvPr/>
            </p:nvSpPr>
            <p:spPr>
              <a:xfrm>
                <a:off x="8296831" y="4049533"/>
                <a:ext cx="3238500" cy="686983"/>
              </a:xfrm>
              <a:prstGeom prst="rect">
                <a:avLst/>
              </a:prstGeom>
              <a:blipFill>
                <a:blip r:embed="rId15"/>
                <a:stretch>
                  <a:fillRect t="-885" b="-4425"/>
                </a:stretch>
              </a:blipFill>
            </p:spPr>
            <p:txBody>
              <a:bodyPr/>
              <a:lstStyle/>
              <a:p>
                <a:r>
                  <a:rPr lang="zh-CN" altLang="en-US">
                    <a:noFill/>
                  </a:rPr>
                  <a:t> </a:t>
                </a:r>
              </a:p>
            </p:txBody>
          </p:sp>
        </mc:Fallback>
      </mc:AlternateContent>
      <p:pic>
        <p:nvPicPr>
          <p:cNvPr id="52" name="图片 51">
            <a:extLst>
              <a:ext uri="{FF2B5EF4-FFF2-40B4-BE49-F238E27FC236}">
                <a16:creationId xmlns:a16="http://schemas.microsoft.com/office/drawing/2014/main" id="{E9856BDC-6369-C9B8-2146-1F5487FA6EB1}"/>
              </a:ext>
            </a:extLst>
          </p:cNvPr>
          <p:cNvPicPr>
            <a:picLocks noChangeAspect="1"/>
          </p:cNvPicPr>
          <p:nvPr/>
        </p:nvPicPr>
        <p:blipFill>
          <a:blip r:embed="rId16"/>
          <a:stretch>
            <a:fillRect/>
          </a:stretch>
        </p:blipFill>
        <p:spPr>
          <a:xfrm>
            <a:off x="5456929" y="4551599"/>
            <a:ext cx="1670136" cy="577880"/>
          </a:xfrm>
          <a:prstGeom prst="rect">
            <a:avLst/>
          </a:prstGeom>
        </p:spPr>
      </p:pic>
      <p:pic>
        <p:nvPicPr>
          <p:cNvPr id="54" name="图片 53">
            <a:extLst>
              <a:ext uri="{FF2B5EF4-FFF2-40B4-BE49-F238E27FC236}">
                <a16:creationId xmlns:a16="http://schemas.microsoft.com/office/drawing/2014/main" id="{5E5B73BD-2EFC-E28C-700F-D16974EE5252}"/>
              </a:ext>
            </a:extLst>
          </p:cNvPr>
          <p:cNvPicPr>
            <a:picLocks noChangeAspect="1"/>
          </p:cNvPicPr>
          <p:nvPr/>
        </p:nvPicPr>
        <p:blipFill>
          <a:blip r:embed="rId17"/>
          <a:stretch>
            <a:fillRect/>
          </a:stretch>
        </p:blipFill>
        <p:spPr>
          <a:xfrm>
            <a:off x="4612821" y="5288589"/>
            <a:ext cx="2508107" cy="537856"/>
          </a:xfrm>
          <a:prstGeom prst="rect">
            <a:avLst/>
          </a:prstGeom>
        </p:spPr>
      </p:pic>
      <p:sp>
        <p:nvSpPr>
          <p:cNvPr id="55" name="文本框 54">
            <a:extLst>
              <a:ext uri="{FF2B5EF4-FFF2-40B4-BE49-F238E27FC236}">
                <a16:creationId xmlns:a16="http://schemas.microsoft.com/office/drawing/2014/main" id="{0DD6BBED-E290-D510-A504-AF50A2B8E48C}"/>
              </a:ext>
            </a:extLst>
          </p:cNvPr>
          <p:cNvSpPr txBox="1"/>
          <p:nvPr/>
        </p:nvSpPr>
        <p:spPr>
          <a:xfrm>
            <a:off x="7258927" y="5352519"/>
            <a:ext cx="1107996" cy="276999"/>
          </a:xfrm>
          <a:prstGeom prst="rect">
            <a:avLst/>
          </a:prstGeom>
          <a:noFill/>
        </p:spPr>
        <p:txBody>
          <a:bodyPr wrap="none" rtlCol="0">
            <a:spAutoFit/>
          </a:bodyPr>
          <a:lstStyle/>
          <a:p>
            <a:r>
              <a:rPr lang="zh-CN" altLang="en-US" sz="1200" dirty="0"/>
              <a:t>结构成本矩阵</a:t>
            </a:r>
          </a:p>
        </p:txBody>
      </p:sp>
    </p:spTree>
    <p:extLst>
      <p:ext uri="{BB962C8B-B14F-4D97-AF65-F5344CB8AC3E}">
        <p14:creationId xmlns:p14="http://schemas.microsoft.com/office/powerpoint/2010/main" val="20600897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167E9-EDA7-F1DB-1F96-A8E4E1260927}"/>
            </a:ext>
          </a:extLst>
        </p:cNvPr>
        <p:cNvGrpSpPr/>
        <p:nvPr/>
      </p:nvGrpSpPr>
      <p:grpSpPr>
        <a:xfrm>
          <a:off x="0" y="0"/>
          <a:ext cx="0" cy="0"/>
          <a:chOff x="0" y="0"/>
          <a:chExt cx="0" cy="0"/>
        </a:xfrm>
      </p:grpSpPr>
      <p:sp>
        <p:nvSpPr>
          <p:cNvPr id="78" name="平行四边形 77">
            <a:extLst>
              <a:ext uri="{FF2B5EF4-FFF2-40B4-BE49-F238E27FC236}">
                <a16:creationId xmlns:a16="http://schemas.microsoft.com/office/drawing/2014/main" id="{04B3F74C-C61D-AAAD-2FEB-D0F0A5C188FA}"/>
              </a:ext>
            </a:extLst>
          </p:cNvPr>
          <p:cNvSpPr>
            <a:spLocks noGrp="1"/>
          </p:cNvSpPr>
          <p:nvPr/>
        </p:nvSpPr>
        <p:spPr>
          <a:xfrm>
            <a:off x="523875" y="381000"/>
            <a:ext cx="3238500" cy="381000"/>
          </a:xfrm>
          <a:prstGeom prst="parallelogram">
            <a:avLst/>
          </a:prstGeom>
          <a:solidFill>
            <a:srgbClr val="22317C"/>
          </a:solidFill>
          <a:ln w="7620">
            <a:solidFill>
              <a:srgbClr val="22317C"/>
            </a:solidFill>
            <a:prstDash val="solid"/>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79" name="文本框 78">
            <a:extLst>
              <a:ext uri="{FF2B5EF4-FFF2-40B4-BE49-F238E27FC236}">
                <a16:creationId xmlns:a16="http://schemas.microsoft.com/office/drawing/2014/main" id="{2C677BFB-576E-854F-3666-21B5E4FF2335}"/>
              </a:ext>
            </a:extLst>
          </p:cNvPr>
          <p:cNvSpPr>
            <a:spLocks noGrp="1"/>
          </p:cNvSpPr>
          <p:nvPr/>
        </p:nvSpPr>
        <p:spPr>
          <a:xfrm>
            <a:off x="781050" y="409575"/>
            <a:ext cx="2714625" cy="354330"/>
          </a:xfrm>
          <a:prstGeom prst="rect">
            <a:avLst/>
          </a:prstGeom>
          <a:noFill/>
        </p:spPr>
        <p:txBody>
          <a:bodyPr wrap="none" lIns="38100" tIns="19050" rIns="38100" bIns="1905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725" b="0" i="0">
                <a:solidFill>
                  <a:srgbClr val="FFFFFF"/>
                </a:solidFill>
                <a:latin typeface="Microsoft YaHei"/>
                <a:ea typeface="Microsoft YaHei"/>
                <a:cs typeface="Microsoft YaHei"/>
              </a:defRPr>
            </a:pPr>
            <a:r>
              <a:rPr kumimoji="0" sz="1725" b="0" i="0" u="none" strike="noStrike" kern="1200" cap="none" spc="0" normalizeH="0" baseline="0" noProof="0">
                <a:ln>
                  <a:noFill/>
                </a:ln>
                <a:solidFill>
                  <a:srgbClr val="FFFFFF"/>
                </a:solidFill>
                <a:effectLst/>
                <a:uLnTx/>
                <a:uFillTx/>
                <a:latin typeface="Microsoft YaHei"/>
                <a:ea typeface="Microsoft YaHei"/>
                <a:cs typeface="Microsoft YaHei"/>
              </a:rPr>
              <a:t>CUTFGWD 蒸馏目标</a:t>
            </a:r>
          </a:p>
        </p:txBody>
      </p:sp>
      <p:sp>
        <p:nvSpPr>
          <p:cNvPr id="21" name="文本框 20">
            <a:extLst>
              <a:ext uri="{FF2B5EF4-FFF2-40B4-BE49-F238E27FC236}">
                <a16:creationId xmlns:a16="http://schemas.microsoft.com/office/drawing/2014/main" id="{1BE253A8-8C39-4204-9E36-451259C29D80}"/>
              </a:ext>
            </a:extLst>
          </p:cNvPr>
          <p:cNvSpPr txBox="1"/>
          <p:nvPr/>
        </p:nvSpPr>
        <p:spPr>
          <a:xfrm>
            <a:off x="523875" y="1096869"/>
            <a:ext cx="7757058" cy="369332"/>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Arial"/>
                <a:ea typeface="微软雅黑"/>
                <a:cs typeface="+mn-cs"/>
              </a:rPr>
              <a:t>CUT-FGW(</a:t>
            </a:r>
            <a:r>
              <a:rPr kumimoji="0" lang="zh-CN" altLang="zh-CN" sz="1800" b="0" i="0" u="none" strike="noStrike" kern="1200" cap="none" spc="0" normalizeH="0" baseline="0" noProof="0" dirty="0">
                <a:ln>
                  <a:noFill/>
                </a:ln>
                <a:solidFill>
                  <a:prstClr val="black"/>
                </a:solidFill>
                <a:effectLst/>
                <a:uLnTx/>
                <a:uFillTx/>
                <a:latin typeface="Arial"/>
                <a:ea typeface="微软雅黑"/>
                <a:cs typeface="+mn-cs"/>
              </a:rPr>
              <a:t>Causal Unbalanced Temporal Fused Gromov-Wasserstein</a:t>
            </a:r>
            <a:r>
              <a:rPr kumimoji="0" lang="en-US" altLang="zh-CN" sz="1800" b="0" i="0" u="none" strike="noStrike" kern="1200" cap="none" spc="0" normalizeH="0" baseline="0" noProof="0" dirty="0">
                <a:ln>
                  <a:noFill/>
                </a:ln>
                <a:solidFill>
                  <a:prstClr val="black"/>
                </a:solidFill>
                <a:effectLst/>
                <a:uLnTx/>
                <a:uFillTx/>
                <a:latin typeface="Arial"/>
                <a:ea typeface="微软雅黑"/>
                <a:cs typeface="+mn-cs"/>
              </a:rPr>
              <a:t>)</a:t>
            </a:r>
            <a:endParaRPr kumimoji="0" lang="zh-CN"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p:sp>
        <p:nvSpPr>
          <p:cNvPr id="2" name="文本框 1">
            <a:extLst>
              <a:ext uri="{FF2B5EF4-FFF2-40B4-BE49-F238E27FC236}">
                <a16:creationId xmlns:a16="http://schemas.microsoft.com/office/drawing/2014/main" id="{F8ACF98B-58FE-B67A-CDE0-5DA490A34B4A}"/>
              </a:ext>
            </a:extLst>
          </p:cNvPr>
          <p:cNvSpPr txBox="1"/>
          <p:nvPr/>
        </p:nvSpPr>
        <p:spPr>
          <a:xfrm>
            <a:off x="645886" y="1807029"/>
            <a:ext cx="1261884" cy="276999"/>
          </a:xfrm>
          <a:prstGeom prst="rect">
            <a:avLst/>
          </a:prstGeom>
          <a:noFill/>
        </p:spPr>
        <p:txBody>
          <a:bodyPr wrap="none" rtlCol="0">
            <a:spAutoFit/>
          </a:bodyPr>
          <a:lstStyle/>
          <a:p>
            <a:r>
              <a:rPr lang="zh-CN" altLang="en-US" sz="1200" dirty="0"/>
              <a:t>时间成本矩阵：</a:t>
            </a:r>
          </a:p>
        </p:txBody>
      </p:sp>
      <p:pic>
        <p:nvPicPr>
          <p:cNvPr id="6" name="图片 5">
            <a:extLst>
              <a:ext uri="{FF2B5EF4-FFF2-40B4-BE49-F238E27FC236}">
                <a16:creationId xmlns:a16="http://schemas.microsoft.com/office/drawing/2014/main" id="{CF85EE6B-1FDF-3317-3DA7-CBEF6ADFA681}"/>
              </a:ext>
            </a:extLst>
          </p:cNvPr>
          <p:cNvPicPr>
            <a:picLocks noChangeAspect="1"/>
          </p:cNvPicPr>
          <p:nvPr/>
        </p:nvPicPr>
        <p:blipFill>
          <a:blip r:embed="rId3"/>
          <a:stretch>
            <a:fillRect/>
          </a:stretch>
        </p:blipFill>
        <p:spPr>
          <a:xfrm>
            <a:off x="1599355" y="2673680"/>
            <a:ext cx="1358970" cy="520727"/>
          </a:xfrm>
          <a:prstGeom prst="rect">
            <a:avLst/>
          </a:prstGeom>
        </p:spPr>
      </p:pic>
      <mc:AlternateContent xmlns:mc="http://schemas.openxmlformats.org/markup-compatibility/2006">
        <mc:Choice xmlns:a14="http://schemas.microsoft.com/office/drawing/2010/main" Requires="a14">
          <p:sp>
            <p:nvSpPr>
              <p:cNvPr id="10" name="文本框 9">
                <a:extLst>
                  <a:ext uri="{FF2B5EF4-FFF2-40B4-BE49-F238E27FC236}">
                    <a16:creationId xmlns:a16="http://schemas.microsoft.com/office/drawing/2014/main" id="{49E37A74-6DEC-4542-7C88-34FF84DD8A69}"/>
                  </a:ext>
                </a:extLst>
              </p:cNvPr>
              <p:cNvSpPr txBox="1"/>
              <p:nvPr/>
            </p:nvSpPr>
            <p:spPr>
              <a:xfrm>
                <a:off x="781050" y="2396681"/>
                <a:ext cx="3467356" cy="276999"/>
              </a:xfrm>
              <a:prstGeom prst="rect">
                <a:avLst/>
              </a:prstGeom>
              <a:noFill/>
            </p:spPr>
            <p:txBody>
              <a:bodyPr wrap="square">
                <a:spAutoFit/>
              </a:bodyPr>
              <a:lstStyle/>
              <a:p>
                <a:r>
                  <a:rPr lang="zh-CN" altLang="en-US" sz="1200" dirty="0"/>
                  <a:t>教师第 </a:t>
                </a:r>
                <a14:m>
                  <m:oMath xmlns:m="http://schemas.openxmlformats.org/officeDocument/2006/math">
                    <m:r>
                      <a:rPr lang="en-US" altLang="zh-CN" sz="1200" i="1" dirty="0" smtClean="0">
                        <a:latin typeface="Cambria Math" panose="02040503050406030204" pitchFamily="18" charset="0"/>
                      </a:rPr>
                      <m:t>𝑖</m:t>
                    </m:r>
                  </m:oMath>
                </a14:m>
                <a:r>
                  <a:rPr lang="zh-CN" altLang="en-US" sz="1200" dirty="0"/>
                  <a:t>条历史发生在 </a:t>
                </a:r>
                <a14:m>
                  <m:oMath xmlns:m="http://schemas.openxmlformats.org/officeDocument/2006/math">
                    <m:sSub>
                      <m:sSubPr>
                        <m:ctrlPr>
                          <a:rPr lang="en-US" altLang="zh-CN" sz="1200" dirty="0" smtClean="0">
                            <a:latin typeface="Cambria Math" panose="02040503050406030204" pitchFamily="18" charset="0"/>
                          </a:rPr>
                        </m:ctrlPr>
                      </m:sSubPr>
                      <m:e>
                        <m:r>
                          <a:rPr lang="en-US" altLang="zh-CN" sz="1200" i="1" dirty="0">
                            <a:latin typeface="Cambria Math" panose="02040503050406030204" pitchFamily="18" charset="0"/>
                          </a:rPr>
                          <m:t>𝑡</m:t>
                        </m:r>
                      </m:e>
                      <m:sub>
                        <m:r>
                          <a:rPr lang="en-US" altLang="zh-CN" sz="1200" i="1" dirty="0">
                            <a:latin typeface="Cambria Math" panose="02040503050406030204" pitchFamily="18" charset="0"/>
                          </a:rPr>
                          <m:t>𝑖</m:t>
                        </m:r>
                      </m:sub>
                    </m:sSub>
                  </m:oMath>
                </a14:m>
                <a:r>
                  <a:rPr lang="zh-CN" altLang="en-US" sz="1200" dirty="0"/>
                  <a:t>，当前查询时间为 </a:t>
                </a:r>
                <a14:m>
                  <m:oMath xmlns:m="http://schemas.openxmlformats.org/officeDocument/2006/math">
                    <m:r>
                      <a:rPr lang="en-US" altLang="zh-CN" sz="1200" i="1" dirty="0" smtClean="0">
                        <a:latin typeface="Cambria Math" panose="02040503050406030204" pitchFamily="18" charset="0"/>
                      </a:rPr>
                      <m:t>𝑡</m:t>
                    </m:r>
                  </m:oMath>
                </a14:m>
                <a:r>
                  <a:rPr lang="zh-CN" altLang="en-US" sz="1200" dirty="0"/>
                  <a:t>。</a:t>
                </a:r>
              </a:p>
            </p:txBody>
          </p:sp>
        </mc:Choice>
        <mc:Fallback>
          <p:sp>
            <p:nvSpPr>
              <p:cNvPr id="10" name="文本框 9">
                <a:extLst>
                  <a:ext uri="{FF2B5EF4-FFF2-40B4-BE49-F238E27FC236}">
                    <a16:creationId xmlns:a16="http://schemas.microsoft.com/office/drawing/2014/main" id="{49E37A74-6DEC-4542-7C88-34FF84DD8A69}"/>
                  </a:ext>
                </a:extLst>
              </p:cNvPr>
              <p:cNvSpPr txBox="1">
                <a:spLocks noRot="1" noChangeAspect="1" noMove="1" noResize="1" noEditPoints="1" noAdjustHandles="1" noChangeArrowheads="1" noChangeShapeType="1" noTextEdit="1"/>
              </p:cNvSpPr>
              <p:nvPr/>
            </p:nvSpPr>
            <p:spPr>
              <a:xfrm>
                <a:off x="781050" y="2396681"/>
                <a:ext cx="3467356" cy="276999"/>
              </a:xfrm>
              <a:prstGeom prst="rect">
                <a:avLst/>
              </a:prstGeom>
              <a:blipFill>
                <a:blip r:embed="rId4"/>
                <a:stretch>
                  <a:fillRect b="-15217"/>
                </a:stretch>
              </a:blipFill>
            </p:spPr>
            <p:txBody>
              <a:bodyPr/>
              <a:lstStyle/>
              <a:p>
                <a:r>
                  <a:rPr lang="zh-CN" altLang="en-US">
                    <a:noFill/>
                  </a:rPr>
                  <a:t> </a:t>
                </a:r>
              </a:p>
            </p:txBody>
          </p:sp>
        </mc:Fallback>
      </mc:AlternateContent>
      <p:pic>
        <p:nvPicPr>
          <p:cNvPr id="14" name="图片 13">
            <a:extLst>
              <a:ext uri="{FF2B5EF4-FFF2-40B4-BE49-F238E27FC236}">
                <a16:creationId xmlns:a16="http://schemas.microsoft.com/office/drawing/2014/main" id="{9B5D29B0-D929-CCCF-10A4-FC281079F4CF}"/>
              </a:ext>
            </a:extLst>
          </p:cNvPr>
          <p:cNvPicPr>
            <a:picLocks noChangeAspect="1"/>
          </p:cNvPicPr>
          <p:nvPr/>
        </p:nvPicPr>
        <p:blipFill>
          <a:blip r:embed="rId5"/>
          <a:stretch>
            <a:fillRect/>
          </a:stretch>
        </p:blipFill>
        <p:spPr>
          <a:xfrm>
            <a:off x="1974024" y="3508459"/>
            <a:ext cx="984301" cy="260363"/>
          </a:xfrm>
          <a:prstGeom prst="rect">
            <a:avLst/>
          </a:prstGeom>
        </p:spPr>
      </p:pic>
      <p:pic>
        <p:nvPicPr>
          <p:cNvPr id="22" name="图片 21">
            <a:extLst>
              <a:ext uri="{FF2B5EF4-FFF2-40B4-BE49-F238E27FC236}">
                <a16:creationId xmlns:a16="http://schemas.microsoft.com/office/drawing/2014/main" id="{AEA537E5-5472-D077-1B85-6B3F7A1322C2}"/>
              </a:ext>
            </a:extLst>
          </p:cNvPr>
          <p:cNvPicPr>
            <a:picLocks noChangeAspect="1"/>
          </p:cNvPicPr>
          <p:nvPr/>
        </p:nvPicPr>
        <p:blipFill>
          <a:blip r:embed="rId6"/>
          <a:stretch>
            <a:fillRect/>
          </a:stretch>
        </p:blipFill>
        <p:spPr>
          <a:xfrm>
            <a:off x="1551727" y="3882368"/>
            <a:ext cx="1828894" cy="254013"/>
          </a:xfrm>
          <a:prstGeom prst="rect">
            <a:avLst/>
          </a:prstGeom>
        </p:spPr>
      </p:pic>
      <mc:AlternateContent xmlns:mc="http://schemas.openxmlformats.org/markup-compatibility/2006">
        <mc:Choice xmlns:a14="http://schemas.microsoft.com/office/drawing/2010/main" Requires="a14">
          <p:sp>
            <p:nvSpPr>
              <p:cNvPr id="26" name="文本框 25">
                <a:extLst>
                  <a:ext uri="{FF2B5EF4-FFF2-40B4-BE49-F238E27FC236}">
                    <a16:creationId xmlns:a16="http://schemas.microsoft.com/office/drawing/2014/main" id="{BC6DAEBF-A6DC-E708-A289-0A4ADCF4072F}"/>
                  </a:ext>
                </a:extLst>
              </p:cNvPr>
              <p:cNvSpPr txBox="1"/>
              <p:nvPr/>
            </p:nvSpPr>
            <p:spPr>
              <a:xfrm>
                <a:off x="208044" y="3117914"/>
                <a:ext cx="4383752" cy="276999"/>
              </a:xfrm>
              <a:prstGeom prst="rect">
                <a:avLst/>
              </a:prstGeom>
              <a:noFill/>
            </p:spPr>
            <p:txBody>
              <a:bodyPr wrap="square">
                <a:spAutoFit/>
              </a:bodyPr>
              <a:lstStyle/>
              <a:p>
                <a:r>
                  <a:rPr lang="zh-CN" altLang="en-US" sz="1200" dirty="0"/>
                  <a:t>学生没有真实历史，所以人为设置了 </a:t>
                </a:r>
                <a14:m>
                  <m:oMath xmlns:m="http://schemas.openxmlformats.org/officeDocument/2006/math">
                    <m:r>
                      <a:rPr lang="en-US" altLang="zh-CN" sz="1200" i="1" dirty="0" smtClean="0">
                        <a:latin typeface="Cambria Math" panose="02040503050406030204" pitchFamily="18" charset="0"/>
                      </a:rPr>
                      <m:t>𝐾</m:t>
                    </m:r>
                    <m:r>
                      <a:rPr lang="en-US" altLang="zh-CN" sz="1200" i="0" dirty="0">
                        <a:latin typeface="Cambria Math" panose="02040503050406030204" pitchFamily="18" charset="0"/>
                      </a:rPr>
                      <m:t>=8</m:t>
                    </m:r>
                  </m:oMath>
                </a14:m>
                <a:r>
                  <a:rPr lang="zh-CN" altLang="en-US" sz="1200" dirty="0"/>
                  <a:t>个可学习时间槽</a:t>
                </a:r>
              </a:p>
            </p:txBody>
          </p:sp>
        </mc:Choice>
        <mc:Fallback>
          <p:sp>
            <p:nvSpPr>
              <p:cNvPr id="26" name="文本框 25">
                <a:extLst>
                  <a:ext uri="{FF2B5EF4-FFF2-40B4-BE49-F238E27FC236}">
                    <a16:creationId xmlns:a16="http://schemas.microsoft.com/office/drawing/2014/main" id="{BC6DAEBF-A6DC-E708-A289-0A4ADCF4072F}"/>
                  </a:ext>
                </a:extLst>
              </p:cNvPr>
              <p:cNvSpPr txBox="1">
                <a:spLocks noRot="1" noChangeAspect="1" noMove="1" noResize="1" noEditPoints="1" noAdjustHandles="1" noChangeArrowheads="1" noChangeShapeType="1" noTextEdit="1"/>
              </p:cNvSpPr>
              <p:nvPr/>
            </p:nvSpPr>
            <p:spPr>
              <a:xfrm>
                <a:off x="208044" y="3117914"/>
                <a:ext cx="4383752" cy="276999"/>
              </a:xfrm>
              <a:prstGeom prst="rect">
                <a:avLst/>
              </a:prstGeom>
              <a:blipFill>
                <a:blip r:embed="rId7"/>
                <a:stretch>
                  <a:fillRect b="-15217"/>
                </a:stretch>
              </a:blipFill>
            </p:spPr>
            <p:txBody>
              <a:bodyPr/>
              <a:lstStyle/>
              <a:p>
                <a:r>
                  <a:rPr lang="zh-CN" altLang="en-US">
                    <a:noFill/>
                  </a:rPr>
                  <a:t> </a:t>
                </a:r>
              </a:p>
            </p:txBody>
          </p:sp>
        </mc:Fallback>
      </mc:AlternateContent>
      <p:pic>
        <p:nvPicPr>
          <p:cNvPr id="30" name="图片 29">
            <a:extLst>
              <a:ext uri="{FF2B5EF4-FFF2-40B4-BE49-F238E27FC236}">
                <a16:creationId xmlns:a16="http://schemas.microsoft.com/office/drawing/2014/main" id="{1ED2860E-9B8D-8EE8-EDA9-2CA3704760CE}"/>
              </a:ext>
            </a:extLst>
          </p:cNvPr>
          <p:cNvPicPr>
            <a:picLocks noChangeAspect="1"/>
          </p:cNvPicPr>
          <p:nvPr/>
        </p:nvPicPr>
        <p:blipFill>
          <a:blip r:embed="rId8"/>
          <a:stretch>
            <a:fillRect/>
          </a:stretch>
        </p:blipFill>
        <p:spPr>
          <a:xfrm>
            <a:off x="2037455" y="4228293"/>
            <a:ext cx="1371670" cy="615982"/>
          </a:xfrm>
          <a:prstGeom prst="rect">
            <a:avLst/>
          </a:prstGeom>
        </p:spPr>
      </p:pic>
      <p:sp>
        <p:nvSpPr>
          <p:cNvPr id="34" name="文本框 33">
            <a:extLst>
              <a:ext uri="{FF2B5EF4-FFF2-40B4-BE49-F238E27FC236}">
                <a16:creationId xmlns:a16="http://schemas.microsoft.com/office/drawing/2014/main" id="{28D97AFF-EB36-5918-DCB8-3D6984727A90}"/>
              </a:ext>
            </a:extLst>
          </p:cNvPr>
          <p:cNvSpPr txBox="1"/>
          <p:nvPr/>
        </p:nvSpPr>
        <p:spPr>
          <a:xfrm>
            <a:off x="100907" y="4397784"/>
            <a:ext cx="2037455" cy="276999"/>
          </a:xfrm>
          <a:prstGeom prst="rect">
            <a:avLst/>
          </a:prstGeom>
          <a:noFill/>
        </p:spPr>
        <p:txBody>
          <a:bodyPr wrap="square">
            <a:spAutoFit/>
          </a:bodyPr>
          <a:lstStyle/>
          <a:p>
            <a:r>
              <a:rPr lang="zh-CN" altLang="en-US" sz="1200" dirty="0"/>
              <a:t>计算每个时间区间的中心</a:t>
            </a:r>
          </a:p>
        </p:txBody>
      </p:sp>
      <p:sp>
        <p:nvSpPr>
          <p:cNvPr id="37" name="文本框 36">
            <a:extLst>
              <a:ext uri="{FF2B5EF4-FFF2-40B4-BE49-F238E27FC236}">
                <a16:creationId xmlns:a16="http://schemas.microsoft.com/office/drawing/2014/main" id="{28711D77-FB64-4FE5-7394-C7A3F30B08D7}"/>
              </a:ext>
            </a:extLst>
          </p:cNvPr>
          <p:cNvSpPr txBox="1"/>
          <p:nvPr/>
        </p:nvSpPr>
        <p:spPr>
          <a:xfrm>
            <a:off x="645886" y="3491823"/>
            <a:ext cx="1486907" cy="276999"/>
          </a:xfrm>
          <a:prstGeom prst="rect">
            <a:avLst/>
          </a:prstGeom>
          <a:noFill/>
        </p:spPr>
        <p:txBody>
          <a:bodyPr wrap="square">
            <a:spAutoFit/>
          </a:bodyPr>
          <a:lstStyle/>
          <a:p>
            <a:r>
              <a:rPr lang="zh-CN" altLang="en-US" sz="1200" dirty="0"/>
              <a:t>时间区间的宽度</a:t>
            </a:r>
          </a:p>
        </p:txBody>
      </p:sp>
      <p:sp>
        <p:nvSpPr>
          <p:cNvPr id="40" name="文本框 39">
            <a:extLst>
              <a:ext uri="{FF2B5EF4-FFF2-40B4-BE49-F238E27FC236}">
                <a16:creationId xmlns:a16="http://schemas.microsoft.com/office/drawing/2014/main" id="{3778FD3E-8692-B707-0066-C0EBBE5D6CDF}"/>
              </a:ext>
            </a:extLst>
          </p:cNvPr>
          <p:cNvSpPr txBox="1"/>
          <p:nvPr/>
        </p:nvSpPr>
        <p:spPr>
          <a:xfrm>
            <a:off x="449946" y="5000752"/>
            <a:ext cx="1828894" cy="276999"/>
          </a:xfrm>
          <a:prstGeom prst="rect">
            <a:avLst/>
          </a:prstGeom>
          <a:noFill/>
        </p:spPr>
        <p:txBody>
          <a:bodyPr wrap="square">
            <a:spAutoFit/>
          </a:bodyPr>
          <a:lstStyle/>
          <a:p>
            <a:r>
              <a:rPr lang="zh-CN" altLang="en-US" sz="1200" dirty="0"/>
              <a:t>三个区间宽度分别为：</a:t>
            </a:r>
          </a:p>
        </p:txBody>
      </p:sp>
      <p:pic>
        <p:nvPicPr>
          <p:cNvPr id="45" name="图片 44">
            <a:extLst>
              <a:ext uri="{FF2B5EF4-FFF2-40B4-BE49-F238E27FC236}">
                <a16:creationId xmlns:a16="http://schemas.microsoft.com/office/drawing/2014/main" id="{28E84DE5-9677-77AE-BC02-5098781D0359}"/>
              </a:ext>
            </a:extLst>
          </p:cNvPr>
          <p:cNvPicPr>
            <a:picLocks noChangeAspect="1"/>
          </p:cNvPicPr>
          <p:nvPr/>
        </p:nvPicPr>
        <p:blipFill>
          <a:blip r:embed="rId9"/>
          <a:stretch>
            <a:fillRect/>
          </a:stretch>
        </p:blipFill>
        <p:spPr>
          <a:xfrm>
            <a:off x="2057504" y="4983010"/>
            <a:ext cx="914447" cy="323867"/>
          </a:xfrm>
          <a:prstGeom prst="rect">
            <a:avLst/>
          </a:prstGeom>
        </p:spPr>
      </p:pic>
      <mc:AlternateContent xmlns:mc="http://schemas.openxmlformats.org/markup-compatibility/2006">
        <mc:Choice xmlns:a14="http://schemas.microsoft.com/office/drawing/2010/main" Requires="a14">
          <p:sp>
            <p:nvSpPr>
              <p:cNvPr id="53" name="文本框 52">
                <a:extLst>
                  <a:ext uri="{FF2B5EF4-FFF2-40B4-BE49-F238E27FC236}">
                    <a16:creationId xmlns:a16="http://schemas.microsoft.com/office/drawing/2014/main" id="{FA23168A-CDD8-8641-2A87-73D2573A3545}"/>
                  </a:ext>
                </a:extLst>
              </p:cNvPr>
              <p:cNvSpPr txBox="1"/>
              <p:nvPr/>
            </p:nvSpPr>
            <p:spPr>
              <a:xfrm>
                <a:off x="523875" y="5550321"/>
                <a:ext cx="3484454" cy="553998"/>
              </a:xfrm>
              <a:prstGeom prst="rect">
                <a:avLst/>
              </a:prstGeom>
              <a:noFill/>
            </p:spPr>
            <p:txBody>
              <a:bodyPr wrap="square">
                <a:spAutoFit/>
              </a:bodyPr>
              <a:lstStyle/>
              <a:p>
                <a:r>
                  <a:rPr lang="zh-CN" altLang="en-US" sz="1200" dirty="0"/>
                  <a:t>第一个槽：</a:t>
                </a:r>
                <a14:m>
                  <m:oMath xmlns:m="http://schemas.openxmlformats.org/officeDocument/2006/math">
                    <m:d>
                      <m:dPr>
                        <m:begChr m:val="["/>
                        <m:endChr m:val="]"/>
                        <m:ctrlPr>
                          <a:rPr lang="en-US" altLang="zh-CN" sz="1200" i="1" dirty="0" smtClean="0">
                            <a:latin typeface="Cambria Math" panose="02040503050406030204" pitchFamily="18" charset="0"/>
                          </a:rPr>
                        </m:ctrlPr>
                      </m:dPr>
                      <m:e>
                        <m:r>
                          <a:rPr lang="en-US" altLang="zh-CN" sz="1200" i="0" dirty="0">
                            <a:latin typeface="Cambria Math" panose="02040503050406030204" pitchFamily="18" charset="0"/>
                          </a:rPr>
                          <m:t>0,2</m:t>
                        </m:r>
                      </m:e>
                    </m:d>
                  </m:oMath>
                </a14:m>
                <a:r>
                  <a:rPr lang="zh-CN" altLang="en-US" sz="1200" dirty="0"/>
                  <a:t>，中心是 </a:t>
                </a:r>
                <a:r>
                  <a:rPr lang="en-US" altLang="zh-CN" sz="1200" dirty="0"/>
                  <a:t>1</a:t>
                </a:r>
                <a:r>
                  <a:rPr lang="zh-CN" altLang="en-US" sz="1200" dirty="0"/>
                  <a:t>；第二个槽：</a:t>
                </a:r>
                <a14:m>
                  <m:oMath xmlns:m="http://schemas.openxmlformats.org/officeDocument/2006/math">
                    <m:d>
                      <m:dPr>
                        <m:begChr m:val="["/>
                        <m:endChr m:val="]"/>
                        <m:ctrlPr>
                          <a:rPr lang="en-US" altLang="zh-CN" sz="1200" i="1" dirty="0" smtClean="0">
                            <a:latin typeface="Cambria Math" panose="02040503050406030204" pitchFamily="18" charset="0"/>
                          </a:rPr>
                        </m:ctrlPr>
                      </m:dPr>
                      <m:e>
                        <m:r>
                          <a:rPr lang="en-US" altLang="zh-CN" sz="1200" i="0" dirty="0" smtClean="0">
                            <a:latin typeface="Cambria Math" panose="02040503050406030204" pitchFamily="18" charset="0"/>
                          </a:rPr>
                          <m:t>2,3</m:t>
                        </m:r>
                      </m:e>
                    </m:d>
                  </m:oMath>
                </a14:m>
                <a:r>
                  <a:rPr lang="zh-CN" altLang="en-US" sz="1200" dirty="0"/>
                  <a:t>，中心是 </a:t>
                </a:r>
                <a:r>
                  <a:rPr lang="en-US" altLang="zh-CN" sz="1200" dirty="0"/>
                  <a:t>2.5</a:t>
                </a:r>
                <a:r>
                  <a:rPr lang="zh-CN" altLang="en-US" sz="1200" dirty="0"/>
                  <a:t>；第三个槽：</a:t>
                </a:r>
                <a14:m>
                  <m:oMath xmlns:m="http://schemas.openxmlformats.org/officeDocument/2006/math">
                    <m:d>
                      <m:dPr>
                        <m:begChr m:val="["/>
                        <m:endChr m:val="]"/>
                        <m:ctrlPr>
                          <a:rPr lang="en-US" altLang="zh-CN" sz="1200" i="1" dirty="0" smtClean="0">
                            <a:latin typeface="Cambria Math" panose="02040503050406030204" pitchFamily="18" charset="0"/>
                          </a:rPr>
                        </m:ctrlPr>
                      </m:dPr>
                      <m:e>
                        <m:r>
                          <a:rPr lang="en-US" altLang="zh-CN" sz="1200" i="0" dirty="0">
                            <a:latin typeface="Cambria Math" panose="02040503050406030204" pitchFamily="18" charset="0"/>
                          </a:rPr>
                          <m:t>3,6</m:t>
                        </m:r>
                      </m:e>
                    </m:d>
                  </m:oMath>
                </a14:m>
                <a:r>
                  <a:rPr lang="zh-CN" altLang="en-US" sz="1200" dirty="0"/>
                  <a:t>，中心是 </a:t>
                </a:r>
                <a:r>
                  <a:rPr lang="en-US" altLang="zh-CN" sz="1200" dirty="0"/>
                  <a:t>4.5</a:t>
                </a:r>
                <a:r>
                  <a:rPr lang="zh-CN" altLang="en-US" dirty="0"/>
                  <a:t>。</a:t>
                </a:r>
              </a:p>
            </p:txBody>
          </p:sp>
        </mc:Choice>
        <mc:Fallback>
          <p:sp>
            <p:nvSpPr>
              <p:cNvPr id="53" name="文本框 52">
                <a:extLst>
                  <a:ext uri="{FF2B5EF4-FFF2-40B4-BE49-F238E27FC236}">
                    <a16:creationId xmlns:a16="http://schemas.microsoft.com/office/drawing/2014/main" id="{FA23168A-CDD8-8641-2A87-73D2573A3545}"/>
                  </a:ext>
                </a:extLst>
              </p:cNvPr>
              <p:cNvSpPr txBox="1">
                <a:spLocks noRot="1" noChangeAspect="1" noMove="1" noResize="1" noEditPoints="1" noAdjustHandles="1" noChangeArrowheads="1" noChangeShapeType="1" noTextEdit="1"/>
              </p:cNvSpPr>
              <p:nvPr/>
            </p:nvSpPr>
            <p:spPr>
              <a:xfrm>
                <a:off x="523875" y="5550321"/>
                <a:ext cx="3484454" cy="553998"/>
              </a:xfrm>
              <a:prstGeom prst="rect">
                <a:avLst/>
              </a:prstGeom>
              <a:blipFill>
                <a:blip r:embed="rId10"/>
                <a:stretch>
                  <a:fillRect l="-175" t="-1099" b="-16484"/>
                </a:stretch>
              </a:blipFill>
            </p:spPr>
            <p:txBody>
              <a:bodyPr/>
              <a:lstStyle/>
              <a:p>
                <a:r>
                  <a:rPr lang="zh-CN" altLang="en-US">
                    <a:noFill/>
                  </a:rPr>
                  <a:t> </a:t>
                </a:r>
              </a:p>
            </p:txBody>
          </p:sp>
        </mc:Fallback>
      </mc:AlternateContent>
      <p:pic>
        <p:nvPicPr>
          <p:cNvPr id="57" name="图片 56">
            <a:extLst>
              <a:ext uri="{FF2B5EF4-FFF2-40B4-BE49-F238E27FC236}">
                <a16:creationId xmlns:a16="http://schemas.microsoft.com/office/drawing/2014/main" id="{DE6E33E2-99DE-B6EF-8AD4-C7DBBEF0FFF1}"/>
              </a:ext>
            </a:extLst>
          </p:cNvPr>
          <p:cNvPicPr>
            <a:picLocks noChangeAspect="1"/>
          </p:cNvPicPr>
          <p:nvPr/>
        </p:nvPicPr>
        <p:blipFill>
          <a:blip r:embed="rId11"/>
          <a:stretch>
            <a:fillRect/>
          </a:stretch>
        </p:blipFill>
        <p:spPr>
          <a:xfrm>
            <a:off x="7053956" y="1945528"/>
            <a:ext cx="952549" cy="469924"/>
          </a:xfrm>
          <a:prstGeom prst="rect">
            <a:avLst/>
          </a:prstGeom>
        </p:spPr>
      </p:pic>
      <p:pic>
        <p:nvPicPr>
          <p:cNvPr id="59" name="图片 58">
            <a:extLst>
              <a:ext uri="{FF2B5EF4-FFF2-40B4-BE49-F238E27FC236}">
                <a16:creationId xmlns:a16="http://schemas.microsoft.com/office/drawing/2014/main" id="{E8D36C0B-E930-77B0-9D19-4D2BBED01121}"/>
              </a:ext>
            </a:extLst>
          </p:cNvPr>
          <p:cNvPicPr>
            <a:picLocks noChangeAspect="1"/>
          </p:cNvPicPr>
          <p:nvPr/>
        </p:nvPicPr>
        <p:blipFill>
          <a:blip r:embed="rId12"/>
          <a:stretch>
            <a:fillRect/>
          </a:stretch>
        </p:blipFill>
        <p:spPr>
          <a:xfrm>
            <a:off x="6752315" y="2431110"/>
            <a:ext cx="1555830" cy="425472"/>
          </a:xfrm>
          <a:prstGeom prst="rect">
            <a:avLst/>
          </a:prstGeom>
        </p:spPr>
      </p:pic>
      <p:sp>
        <p:nvSpPr>
          <p:cNvPr id="61" name="文本框 60">
            <a:extLst>
              <a:ext uri="{FF2B5EF4-FFF2-40B4-BE49-F238E27FC236}">
                <a16:creationId xmlns:a16="http://schemas.microsoft.com/office/drawing/2014/main" id="{65100F07-C975-D463-D1B1-9F9950EC36E4}"/>
              </a:ext>
            </a:extLst>
          </p:cNvPr>
          <p:cNvSpPr txBox="1"/>
          <p:nvPr/>
        </p:nvSpPr>
        <p:spPr>
          <a:xfrm>
            <a:off x="8280933" y="2505346"/>
            <a:ext cx="3709270" cy="276999"/>
          </a:xfrm>
          <a:prstGeom prst="rect">
            <a:avLst/>
          </a:prstGeom>
          <a:noFill/>
        </p:spPr>
        <p:txBody>
          <a:bodyPr wrap="square">
            <a:spAutoFit/>
          </a:bodyPr>
          <a:lstStyle/>
          <a:p>
            <a:r>
              <a:rPr lang="zh-CN" altLang="en-US" sz="1200" dirty="0"/>
              <a:t>第一个槽代表较旧历史，最后一个槽代表较新历史。</a:t>
            </a:r>
          </a:p>
        </p:txBody>
      </p:sp>
      <p:pic>
        <p:nvPicPr>
          <p:cNvPr id="63" name="图片 62">
            <a:extLst>
              <a:ext uri="{FF2B5EF4-FFF2-40B4-BE49-F238E27FC236}">
                <a16:creationId xmlns:a16="http://schemas.microsoft.com/office/drawing/2014/main" id="{6B6DDE55-DBA8-289B-C4B3-1ACCA237D782}"/>
              </a:ext>
            </a:extLst>
          </p:cNvPr>
          <p:cNvPicPr>
            <a:picLocks noChangeAspect="1"/>
          </p:cNvPicPr>
          <p:nvPr/>
        </p:nvPicPr>
        <p:blipFill>
          <a:blip r:embed="rId13"/>
          <a:stretch>
            <a:fillRect/>
          </a:stretch>
        </p:blipFill>
        <p:spPr>
          <a:xfrm>
            <a:off x="7200808" y="3186676"/>
            <a:ext cx="1911448" cy="387370"/>
          </a:xfrm>
          <a:prstGeom prst="rect">
            <a:avLst/>
          </a:prstGeom>
        </p:spPr>
      </p:pic>
      <p:sp>
        <p:nvSpPr>
          <p:cNvPr id="65" name="文本框 64">
            <a:extLst>
              <a:ext uri="{FF2B5EF4-FFF2-40B4-BE49-F238E27FC236}">
                <a16:creationId xmlns:a16="http://schemas.microsoft.com/office/drawing/2014/main" id="{67CC13E3-22A6-CCA4-FA58-A4BC02AE51C8}"/>
              </a:ext>
            </a:extLst>
          </p:cNvPr>
          <p:cNvSpPr txBox="1"/>
          <p:nvPr/>
        </p:nvSpPr>
        <p:spPr>
          <a:xfrm>
            <a:off x="6182192" y="3256413"/>
            <a:ext cx="1264531" cy="276999"/>
          </a:xfrm>
          <a:prstGeom prst="rect">
            <a:avLst/>
          </a:prstGeom>
          <a:noFill/>
        </p:spPr>
        <p:txBody>
          <a:bodyPr wrap="square">
            <a:spAutoFit/>
          </a:bodyPr>
          <a:lstStyle/>
          <a:p>
            <a:r>
              <a:rPr lang="zh-CN" altLang="en-US" sz="1200" dirty="0"/>
              <a:t>时间年龄成本：</a:t>
            </a:r>
          </a:p>
        </p:txBody>
      </p:sp>
      <p:pic>
        <p:nvPicPr>
          <p:cNvPr id="67" name="图片 66">
            <a:extLst>
              <a:ext uri="{FF2B5EF4-FFF2-40B4-BE49-F238E27FC236}">
                <a16:creationId xmlns:a16="http://schemas.microsoft.com/office/drawing/2014/main" id="{BFDDA79D-E735-151E-38BE-8415ED7C322A}"/>
              </a:ext>
            </a:extLst>
          </p:cNvPr>
          <p:cNvPicPr>
            <a:picLocks noChangeAspect="1"/>
          </p:cNvPicPr>
          <p:nvPr/>
        </p:nvPicPr>
        <p:blipFill>
          <a:blip r:embed="rId14"/>
          <a:stretch>
            <a:fillRect/>
          </a:stretch>
        </p:blipFill>
        <p:spPr>
          <a:xfrm>
            <a:off x="6919614" y="3786542"/>
            <a:ext cx="2273417" cy="374669"/>
          </a:xfrm>
          <a:prstGeom prst="rect">
            <a:avLst/>
          </a:prstGeom>
        </p:spPr>
      </p:pic>
      <p:sp>
        <p:nvSpPr>
          <p:cNvPr id="69" name="文本框 68">
            <a:extLst>
              <a:ext uri="{FF2B5EF4-FFF2-40B4-BE49-F238E27FC236}">
                <a16:creationId xmlns:a16="http://schemas.microsoft.com/office/drawing/2014/main" id="{D09B1A42-053D-1C28-F010-D22DBFE0BD68}"/>
              </a:ext>
            </a:extLst>
          </p:cNvPr>
          <p:cNvSpPr txBox="1"/>
          <p:nvPr/>
        </p:nvSpPr>
        <p:spPr>
          <a:xfrm>
            <a:off x="6121444" y="4228293"/>
            <a:ext cx="4016685" cy="369332"/>
          </a:xfrm>
          <a:prstGeom prst="rect">
            <a:avLst/>
          </a:prstGeom>
          <a:noFill/>
        </p:spPr>
        <p:txBody>
          <a:bodyPr wrap="square">
            <a:spAutoFit/>
          </a:bodyPr>
          <a:lstStyle/>
          <a:p>
            <a:r>
              <a:rPr lang="zh-CN" altLang="en-US" sz="1200" dirty="0"/>
              <a:t>这个 </a:t>
            </a:r>
            <a:r>
              <a:rPr lang="en-US" altLang="zh-CN" sz="1200" dirty="0"/>
              <a:t>fused cost </a:t>
            </a:r>
            <a:r>
              <a:rPr lang="zh-CN" altLang="en-US" sz="1200" dirty="0"/>
              <a:t>被送入 </a:t>
            </a:r>
            <a:r>
              <a:rPr lang="en-US" altLang="zh-CN" sz="1200" dirty="0"/>
              <a:t>Sinkhorn</a:t>
            </a:r>
            <a:r>
              <a:rPr lang="zh-CN" altLang="en-US" sz="1200" dirty="0"/>
              <a:t>，用来更新传输矩阵</a:t>
            </a:r>
            <a:r>
              <a:rPr lang="zh-CN" altLang="en-US" dirty="0"/>
              <a:t>：</a:t>
            </a:r>
          </a:p>
        </p:txBody>
      </p:sp>
      <p:pic>
        <p:nvPicPr>
          <p:cNvPr id="71" name="图片 70">
            <a:extLst>
              <a:ext uri="{FF2B5EF4-FFF2-40B4-BE49-F238E27FC236}">
                <a16:creationId xmlns:a16="http://schemas.microsoft.com/office/drawing/2014/main" id="{96B1132D-224B-E742-FD8D-65F7A91EFCC6}"/>
              </a:ext>
            </a:extLst>
          </p:cNvPr>
          <p:cNvPicPr>
            <a:picLocks noChangeAspect="1"/>
          </p:cNvPicPr>
          <p:nvPr/>
        </p:nvPicPr>
        <p:blipFill>
          <a:blip r:embed="rId15"/>
          <a:stretch>
            <a:fillRect/>
          </a:stretch>
        </p:blipFill>
        <p:spPr>
          <a:xfrm>
            <a:off x="7449040" y="4759440"/>
            <a:ext cx="1663786" cy="241312"/>
          </a:xfrm>
          <a:prstGeom prst="rect">
            <a:avLst/>
          </a:prstGeom>
        </p:spPr>
      </p:pic>
      <p:pic>
        <p:nvPicPr>
          <p:cNvPr id="73" name="图片 72">
            <a:extLst>
              <a:ext uri="{FF2B5EF4-FFF2-40B4-BE49-F238E27FC236}">
                <a16:creationId xmlns:a16="http://schemas.microsoft.com/office/drawing/2014/main" id="{CC175299-2B8A-6CCB-B309-BB615C24FE5B}"/>
              </a:ext>
            </a:extLst>
          </p:cNvPr>
          <p:cNvPicPr>
            <a:picLocks noChangeAspect="1"/>
          </p:cNvPicPr>
          <p:nvPr/>
        </p:nvPicPr>
        <p:blipFill>
          <a:blip r:embed="rId16"/>
          <a:stretch>
            <a:fillRect/>
          </a:stretch>
        </p:blipFill>
        <p:spPr>
          <a:xfrm>
            <a:off x="7135869" y="5293578"/>
            <a:ext cx="2095608" cy="635033"/>
          </a:xfrm>
          <a:prstGeom prst="rect">
            <a:avLst/>
          </a:prstGeom>
        </p:spPr>
      </p:pic>
    </p:spTree>
    <p:extLst>
      <p:ext uri="{BB962C8B-B14F-4D97-AF65-F5344CB8AC3E}">
        <p14:creationId xmlns:p14="http://schemas.microsoft.com/office/powerpoint/2010/main" val="93682369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1_Office 主题​​">
  <a:themeElements>
    <a:clrScheme name="西南大学专用">
      <a:dk1>
        <a:sysClr val="windowText" lastClr="000000"/>
      </a:dk1>
      <a:lt1>
        <a:sysClr val="window" lastClr="FFFFFF"/>
      </a:lt1>
      <a:dk2>
        <a:srgbClr val="44546A"/>
      </a:dk2>
      <a:lt2>
        <a:srgbClr val="E7E6E6"/>
      </a:lt2>
      <a:accent1>
        <a:srgbClr val="1D2974"/>
      </a:accent1>
      <a:accent2>
        <a:srgbClr val="26379A"/>
      </a:accent2>
      <a:accent3>
        <a:srgbClr val="8A97E2"/>
      </a:accent3>
      <a:accent4>
        <a:srgbClr val="AA71E2"/>
      </a:accent4>
      <a:accent5>
        <a:srgbClr val="84C4D7"/>
      </a:accent5>
      <a:accent6>
        <a:srgbClr val="FFE483"/>
      </a:accent6>
      <a:hlink>
        <a:srgbClr val="0563C1"/>
      </a:hlink>
      <a:folHlink>
        <a:srgbClr val="954F72"/>
      </a:folHlink>
    </a:clrScheme>
    <a:fontScheme name="自定义 1">
      <a:majorFont>
        <a:latin typeface="Arial Black"/>
        <a:ea typeface="微软雅黑"/>
        <a:cs typeface=""/>
      </a:majorFont>
      <a:minorFont>
        <a:latin typeface="Arial"/>
        <a:ea typeface="微软雅黑"/>
        <a:cs typeface=""/>
      </a:minorFont>
    </a:fontScheme>
    <a:fmtScheme name="西南大学专用">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883</Words>
  <Application>Microsoft Office PowerPoint</Application>
  <DocSecurity>0</DocSecurity>
  <PresentationFormat>宽屏</PresentationFormat>
  <Paragraphs>54</Paragraphs>
  <Slides>3</Slides>
  <Notes>3</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3</vt:i4>
      </vt:variant>
    </vt:vector>
  </HeadingPairs>
  <TitlesOfParts>
    <vt:vector size="11" baseType="lpstr">
      <vt:lpstr>等线</vt:lpstr>
      <vt:lpstr>等线 Light</vt:lpstr>
      <vt:lpstr>Microsoft YaHei</vt:lpstr>
      <vt:lpstr>Arial</vt:lpstr>
      <vt:lpstr>Arial Black</vt:lpstr>
      <vt:lpstr>Cambria Math</vt:lpstr>
      <vt:lpstr>Office 主题​​</vt:lpstr>
      <vt:lpstr>1_Office 主题​​</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家宏 刘</cp:lastModifiedBy>
  <cp:revision>1</cp:revision>
  <dcterms:created xsi:type="dcterms:W3CDTF">2026-07-18T14:39:43Z</dcterms:created>
  <dcterms:modified xsi:type="dcterms:W3CDTF">2026-07-18T17:37:16Z</dcterms:modified>
</cp:coreProperties>
</file>